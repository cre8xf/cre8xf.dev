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7" r:id="rId2"/>
    <p:sldId id="258" r:id="rId3"/>
    <p:sldId id="259" r:id="rId4"/>
    <p:sldId id="260" r:id="rId5"/>
    <p:sldId id="264" r:id="rId6"/>
    <p:sldId id="265" r:id="rId7"/>
    <p:sldId id="266" r:id="rId8"/>
    <p:sldId id="261" r:id="rId9"/>
    <p:sldId id="262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6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56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4" Type="http://schemas.openxmlformats.org/officeDocument/2006/relationships/image" Target="../media/image44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4" Type="http://schemas.openxmlformats.org/officeDocument/2006/relationships/image" Target="../media/image48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4" Type="http://schemas.openxmlformats.org/officeDocument/2006/relationships/image" Target="../media/image56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4" Type="http://schemas.openxmlformats.org/officeDocument/2006/relationships/image" Target="../media/image44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4" Type="http://schemas.openxmlformats.org/officeDocument/2006/relationships/image" Target="../media/image48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4" Type="http://schemas.openxmlformats.org/officeDocument/2006/relationships/image" Target="../media/image56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6AF3A0-9716-4E04-94CB-B285456AC0E8}" type="doc">
      <dgm:prSet loTypeId="urn:microsoft.com/office/officeart/2005/8/layout/process5" loCatId="process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06652CD-F1DF-49B9-8828-DC0A4CD95F9D}">
      <dgm:prSet/>
      <dgm:spPr/>
      <dgm:t>
        <a:bodyPr/>
        <a:lstStyle/>
        <a:p>
          <a:r>
            <a:rPr lang="en-US"/>
            <a:t>• Hva er kunstig intelligens (AI)?</a:t>
          </a:r>
        </a:p>
      </dgm:t>
    </dgm:pt>
    <dgm:pt modelId="{9CD1FEB2-3F17-414B-B320-BC55D24E9078}" type="parTrans" cxnId="{7CD84BE1-B05F-4315-B43A-EDA215322AAB}">
      <dgm:prSet/>
      <dgm:spPr/>
      <dgm:t>
        <a:bodyPr/>
        <a:lstStyle/>
        <a:p>
          <a:endParaRPr lang="en-US"/>
        </a:p>
      </dgm:t>
    </dgm:pt>
    <dgm:pt modelId="{FCBEA99E-D72B-49A2-A96F-23DF6428E116}" type="sibTrans" cxnId="{7CD84BE1-B05F-4315-B43A-EDA215322AAB}">
      <dgm:prSet/>
      <dgm:spPr/>
      <dgm:t>
        <a:bodyPr/>
        <a:lstStyle/>
        <a:p>
          <a:endParaRPr lang="en-US"/>
        </a:p>
      </dgm:t>
    </dgm:pt>
    <dgm:pt modelId="{F4D77354-4224-4FFB-95BC-0C3C50B54E74}">
      <dgm:prSet/>
      <dgm:spPr/>
      <dgm:t>
        <a:bodyPr/>
        <a:lstStyle/>
        <a:p>
          <a:r>
            <a:rPr lang="en-US"/>
            <a:t>• Eksempler på hva AI kan hjelpe deg med på jobben</a:t>
          </a:r>
        </a:p>
      </dgm:t>
    </dgm:pt>
    <dgm:pt modelId="{CDE66D2E-0DFC-4C99-BAB5-B6CB0B3A9939}" type="parTrans" cxnId="{C198C43B-0AA2-4A64-9A42-97FE9745A69C}">
      <dgm:prSet/>
      <dgm:spPr/>
      <dgm:t>
        <a:bodyPr/>
        <a:lstStyle/>
        <a:p>
          <a:endParaRPr lang="en-US"/>
        </a:p>
      </dgm:t>
    </dgm:pt>
    <dgm:pt modelId="{1596DF01-3095-4978-A771-B16B727FB55E}" type="sibTrans" cxnId="{C198C43B-0AA2-4A64-9A42-97FE9745A69C}">
      <dgm:prSet/>
      <dgm:spPr/>
      <dgm:t>
        <a:bodyPr/>
        <a:lstStyle/>
        <a:p>
          <a:endParaRPr lang="en-US"/>
        </a:p>
      </dgm:t>
    </dgm:pt>
    <dgm:pt modelId="{47B0E33D-BA3D-40F8-905A-3FBA59EA5C53}">
      <dgm:prSet/>
      <dgm:spPr/>
      <dgm:t>
        <a:bodyPr/>
        <a:lstStyle/>
        <a:p>
          <a:r>
            <a:rPr lang="en-US"/>
            <a:t>• Tidsbesparelse, automatisering, kvalitet</a:t>
          </a:r>
        </a:p>
      </dgm:t>
    </dgm:pt>
    <dgm:pt modelId="{AF570E0C-B4AF-4917-B573-DC7F2F698F5C}" type="parTrans" cxnId="{E57552B8-6E3B-463E-9D05-EDADDB7F7B8E}">
      <dgm:prSet/>
      <dgm:spPr/>
      <dgm:t>
        <a:bodyPr/>
        <a:lstStyle/>
        <a:p>
          <a:endParaRPr lang="en-US"/>
        </a:p>
      </dgm:t>
    </dgm:pt>
    <dgm:pt modelId="{12599FEB-AF86-4A75-9922-0C2295E0D0B4}" type="sibTrans" cxnId="{E57552B8-6E3B-463E-9D05-EDADDB7F7B8E}">
      <dgm:prSet/>
      <dgm:spPr/>
      <dgm:t>
        <a:bodyPr/>
        <a:lstStyle/>
        <a:p>
          <a:endParaRPr lang="en-US"/>
        </a:p>
      </dgm:t>
    </dgm:pt>
    <dgm:pt modelId="{4BB6EF9B-D6CA-4A2A-81D3-5FAFBB47BCA6}">
      <dgm:prSet/>
      <dgm:spPr/>
      <dgm:t>
        <a:bodyPr/>
        <a:lstStyle/>
        <a:p>
          <a:r>
            <a:rPr lang="en-US"/>
            <a:t>• Når bør du bruke AI – og når ikke?</a:t>
          </a:r>
        </a:p>
      </dgm:t>
    </dgm:pt>
    <dgm:pt modelId="{D299E51F-39DC-4228-B68A-08D08AEC9ED1}" type="parTrans" cxnId="{5C467C65-72CF-4A16-9320-1A11D5DD0C2F}">
      <dgm:prSet/>
      <dgm:spPr/>
      <dgm:t>
        <a:bodyPr/>
        <a:lstStyle/>
        <a:p>
          <a:endParaRPr lang="en-US"/>
        </a:p>
      </dgm:t>
    </dgm:pt>
    <dgm:pt modelId="{B0681D28-DE68-4C79-91B8-7795B38EAFE5}" type="sibTrans" cxnId="{5C467C65-72CF-4A16-9320-1A11D5DD0C2F}">
      <dgm:prSet/>
      <dgm:spPr/>
      <dgm:t>
        <a:bodyPr/>
        <a:lstStyle/>
        <a:p>
          <a:endParaRPr lang="en-US"/>
        </a:p>
      </dgm:t>
    </dgm:pt>
    <dgm:pt modelId="{B33C28B0-9869-4EC2-BB62-DBC599975781}">
      <dgm:prSet/>
      <dgm:spPr/>
      <dgm:t>
        <a:bodyPr/>
        <a:lstStyle/>
        <a:p>
          <a:r>
            <a:rPr lang="en-US"/>
            <a:t>• Hva du kan forvente av dette kurset</a:t>
          </a:r>
        </a:p>
      </dgm:t>
    </dgm:pt>
    <dgm:pt modelId="{4D93E3CF-373B-4990-88D7-5CA35C173AA1}" type="parTrans" cxnId="{BAA2213C-EC25-4DF5-884C-7B7608E20C10}">
      <dgm:prSet/>
      <dgm:spPr/>
      <dgm:t>
        <a:bodyPr/>
        <a:lstStyle/>
        <a:p>
          <a:endParaRPr lang="en-US"/>
        </a:p>
      </dgm:t>
    </dgm:pt>
    <dgm:pt modelId="{1F1A5E2D-D013-411E-B8B5-ECF9BF366E17}" type="sibTrans" cxnId="{BAA2213C-EC25-4DF5-884C-7B7608E20C10}">
      <dgm:prSet/>
      <dgm:spPr/>
      <dgm:t>
        <a:bodyPr/>
        <a:lstStyle/>
        <a:p>
          <a:endParaRPr lang="en-US"/>
        </a:p>
      </dgm:t>
    </dgm:pt>
    <dgm:pt modelId="{AC373A9E-2937-4328-BE60-448C685D2D6A}" type="pres">
      <dgm:prSet presAssocID="{EF6AF3A0-9716-4E04-94CB-B285456AC0E8}" presName="diagram" presStyleCnt="0">
        <dgm:presLayoutVars>
          <dgm:dir/>
          <dgm:resizeHandles val="exact"/>
        </dgm:presLayoutVars>
      </dgm:prSet>
      <dgm:spPr/>
    </dgm:pt>
    <dgm:pt modelId="{F3269169-9695-4BB8-976F-FBED2F8DD44C}" type="pres">
      <dgm:prSet presAssocID="{306652CD-F1DF-49B9-8828-DC0A4CD95F9D}" presName="node" presStyleLbl="node1" presStyleIdx="0" presStyleCnt="5">
        <dgm:presLayoutVars>
          <dgm:bulletEnabled val="1"/>
        </dgm:presLayoutVars>
      </dgm:prSet>
      <dgm:spPr/>
    </dgm:pt>
    <dgm:pt modelId="{7E1D4E48-FE77-4D7C-A28A-A019AFB604AB}" type="pres">
      <dgm:prSet presAssocID="{FCBEA99E-D72B-49A2-A96F-23DF6428E116}" presName="sibTrans" presStyleLbl="sibTrans2D1" presStyleIdx="0" presStyleCnt="4"/>
      <dgm:spPr/>
    </dgm:pt>
    <dgm:pt modelId="{A420275C-3C6E-461E-A70D-A32700B05947}" type="pres">
      <dgm:prSet presAssocID="{FCBEA99E-D72B-49A2-A96F-23DF6428E116}" presName="connectorText" presStyleLbl="sibTrans2D1" presStyleIdx="0" presStyleCnt="4"/>
      <dgm:spPr/>
    </dgm:pt>
    <dgm:pt modelId="{182706A0-7C58-4000-A08C-93B6CB09870B}" type="pres">
      <dgm:prSet presAssocID="{F4D77354-4224-4FFB-95BC-0C3C50B54E74}" presName="node" presStyleLbl="node1" presStyleIdx="1" presStyleCnt="5">
        <dgm:presLayoutVars>
          <dgm:bulletEnabled val="1"/>
        </dgm:presLayoutVars>
      </dgm:prSet>
      <dgm:spPr/>
    </dgm:pt>
    <dgm:pt modelId="{A30D41E0-12B8-49F9-9B91-662F5C6744E7}" type="pres">
      <dgm:prSet presAssocID="{1596DF01-3095-4978-A771-B16B727FB55E}" presName="sibTrans" presStyleLbl="sibTrans2D1" presStyleIdx="1" presStyleCnt="4"/>
      <dgm:spPr/>
    </dgm:pt>
    <dgm:pt modelId="{06E167D6-805D-4891-8658-028BDF5DD64F}" type="pres">
      <dgm:prSet presAssocID="{1596DF01-3095-4978-A771-B16B727FB55E}" presName="connectorText" presStyleLbl="sibTrans2D1" presStyleIdx="1" presStyleCnt="4"/>
      <dgm:spPr/>
    </dgm:pt>
    <dgm:pt modelId="{26646F9E-548E-49E7-9DF9-4922C020DE11}" type="pres">
      <dgm:prSet presAssocID="{47B0E33D-BA3D-40F8-905A-3FBA59EA5C53}" presName="node" presStyleLbl="node1" presStyleIdx="2" presStyleCnt="5">
        <dgm:presLayoutVars>
          <dgm:bulletEnabled val="1"/>
        </dgm:presLayoutVars>
      </dgm:prSet>
      <dgm:spPr/>
    </dgm:pt>
    <dgm:pt modelId="{13DC459E-D391-4B43-B664-46D467920926}" type="pres">
      <dgm:prSet presAssocID="{12599FEB-AF86-4A75-9922-0C2295E0D0B4}" presName="sibTrans" presStyleLbl="sibTrans2D1" presStyleIdx="2" presStyleCnt="4"/>
      <dgm:spPr/>
    </dgm:pt>
    <dgm:pt modelId="{5968ACE0-D844-4763-8FC2-56A11F79A719}" type="pres">
      <dgm:prSet presAssocID="{12599FEB-AF86-4A75-9922-0C2295E0D0B4}" presName="connectorText" presStyleLbl="sibTrans2D1" presStyleIdx="2" presStyleCnt="4"/>
      <dgm:spPr/>
    </dgm:pt>
    <dgm:pt modelId="{AF282B49-2D4A-4C62-A310-3B50857A44B9}" type="pres">
      <dgm:prSet presAssocID="{4BB6EF9B-D6CA-4A2A-81D3-5FAFBB47BCA6}" presName="node" presStyleLbl="node1" presStyleIdx="3" presStyleCnt="5">
        <dgm:presLayoutVars>
          <dgm:bulletEnabled val="1"/>
        </dgm:presLayoutVars>
      </dgm:prSet>
      <dgm:spPr/>
    </dgm:pt>
    <dgm:pt modelId="{3E9C3063-B089-4437-80E6-D690B095D099}" type="pres">
      <dgm:prSet presAssocID="{B0681D28-DE68-4C79-91B8-7795B38EAFE5}" presName="sibTrans" presStyleLbl="sibTrans2D1" presStyleIdx="3" presStyleCnt="4"/>
      <dgm:spPr/>
    </dgm:pt>
    <dgm:pt modelId="{043D85C8-F977-4BBF-B9C6-54516AEE078B}" type="pres">
      <dgm:prSet presAssocID="{B0681D28-DE68-4C79-91B8-7795B38EAFE5}" presName="connectorText" presStyleLbl="sibTrans2D1" presStyleIdx="3" presStyleCnt="4"/>
      <dgm:spPr/>
    </dgm:pt>
    <dgm:pt modelId="{4FD3F1FA-315A-41CD-9469-789C9193E8D2}" type="pres">
      <dgm:prSet presAssocID="{B33C28B0-9869-4EC2-BB62-DBC599975781}" presName="node" presStyleLbl="node1" presStyleIdx="4" presStyleCnt="5">
        <dgm:presLayoutVars>
          <dgm:bulletEnabled val="1"/>
        </dgm:presLayoutVars>
      </dgm:prSet>
      <dgm:spPr/>
    </dgm:pt>
  </dgm:ptLst>
  <dgm:cxnLst>
    <dgm:cxn modelId="{9210690A-47FB-4683-88E2-DAF94B3870CB}" type="presOf" srcId="{B0681D28-DE68-4C79-91B8-7795B38EAFE5}" destId="{043D85C8-F977-4BBF-B9C6-54516AEE078B}" srcOrd="1" destOrd="0" presId="urn:microsoft.com/office/officeart/2005/8/layout/process5"/>
    <dgm:cxn modelId="{DD468914-FDC3-4E65-9ED2-9C7AF22EB82E}" type="presOf" srcId="{12599FEB-AF86-4A75-9922-0C2295E0D0B4}" destId="{5968ACE0-D844-4763-8FC2-56A11F79A719}" srcOrd="1" destOrd="0" presId="urn:microsoft.com/office/officeart/2005/8/layout/process5"/>
    <dgm:cxn modelId="{76BA6B17-AB15-48A1-A7F6-F2AF7A4180DE}" type="presOf" srcId="{4BB6EF9B-D6CA-4A2A-81D3-5FAFBB47BCA6}" destId="{AF282B49-2D4A-4C62-A310-3B50857A44B9}" srcOrd="0" destOrd="0" presId="urn:microsoft.com/office/officeart/2005/8/layout/process5"/>
    <dgm:cxn modelId="{C198C43B-0AA2-4A64-9A42-97FE9745A69C}" srcId="{EF6AF3A0-9716-4E04-94CB-B285456AC0E8}" destId="{F4D77354-4224-4FFB-95BC-0C3C50B54E74}" srcOrd="1" destOrd="0" parTransId="{CDE66D2E-0DFC-4C99-BAB5-B6CB0B3A9939}" sibTransId="{1596DF01-3095-4978-A771-B16B727FB55E}"/>
    <dgm:cxn modelId="{BAA2213C-EC25-4DF5-884C-7B7608E20C10}" srcId="{EF6AF3A0-9716-4E04-94CB-B285456AC0E8}" destId="{B33C28B0-9869-4EC2-BB62-DBC599975781}" srcOrd="4" destOrd="0" parTransId="{4D93E3CF-373B-4990-88D7-5CA35C173AA1}" sibTransId="{1F1A5E2D-D013-411E-B8B5-ECF9BF366E17}"/>
    <dgm:cxn modelId="{C39BDF41-2657-4B4C-ADF7-DCDE9AD66619}" type="presOf" srcId="{1596DF01-3095-4978-A771-B16B727FB55E}" destId="{06E167D6-805D-4891-8658-028BDF5DD64F}" srcOrd="1" destOrd="0" presId="urn:microsoft.com/office/officeart/2005/8/layout/process5"/>
    <dgm:cxn modelId="{5C467C65-72CF-4A16-9320-1A11D5DD0C2F}" srcId="{EF6AF3A0-9716-4E04-94CB-B285456AC0E8}" destId="{4BB6EF9B-D6CA-4A2A-81D3-5FAFBB47BCA6}" srcOrd="3" destOrd="0" parTransId="{D299E51F-39DC-4228-B68A-08D08AEC9ED1}" sibTransId="{B0681D28-DE68-4C79-91B8-7795B38EAFE5}"/>
    <dgm:cxn modelId="{9E1F5246-0835-4D9A-A717-0C7095EE3861}" type="presOf" srcId="{1596DF01-3095-4978-A771-B16B727FB55E}" destId="{A30D41E0-12B8-49F9-9B91-662F5C6744E7}" srcOrd="0" destOrd="0" presId="urn:microsoft.com/office/officeart/2005/8/layout/process5"/>
    <dgm:cxn modelId="{2862004A-D61C-4F8D-A08C-73D4D0C40448}" type="presOf" srcId="{EF6AF3A0-9716-4E04-94CB-B285456AC0E8}" destId="{AC373A9E-2937-4328-BE60-448C685D2D6A}" srcOrd="0" destOrd="0" presId="urn:microsoft.com/office/officeart/2005/8/layout/process5"/>
    <dgm:cxn modelId="{AE4FE474-E5ED-4A71-8806-A10F6D645AFF}" type="presOf" srcId="{12599FEB-AF86-4A75-9922-0C2295E0D0B4}" destId="{13DC459E-D391-4B43-B664-46D467920926}" srcOrd="0" destOrd="0" presId="urn:microsoft.com/office/officeart/2005/8/layout/process5"/>
    <dgm:cxn modelId="{91DEE181-CC0A-486C-B908-D2772AB2AD0C}" type="presOf" srcId="{F4D77354-4224-4FFB-95BC-0C3C50B54E74}" destId="{182706A0-7C58-4000-A08C-93B6CB09870B}" srcOrd="0" destOrd="0" presId="urn:microsoft.com/office/officeart/2005/8/layout/process5"/>
    <dgm:cxn modelId="{1055658F-944B-469F-BA8D-EE771F7F8429}" type="presOf" srcId="{306652CD-F1DF-49B9-8828-DC0A4CD95F9D}" destId="{F3269169-9695-4BB8-976F-FBED2F8DD44C}" srcOrd="0" destOrd="0" presId="urn:microsoft.com/office/officeart/2005/8/layout/process5"/>
    <dgm:cxn modelId="{BD8E33A7-F774-4E95-9E84-FDF10F0D5607}" type="presOf" srcId="{B33C28B0-9869-4EC2-BB62-DBC599975781}" destId="{4FD3F1FA-315A-41CD-9469-789C9193E8D2}" srcOrd="0" destOrd="0" presId="urn:microsoft.com/office/officeart/2005/8/layout/process5"/>
    <dgm:cxn modelId="{E57552B8-6E3B-463E-9D05-EDADDB7F7B8E}" srcId="{EF6AF3A0-9716-4E04-94CB-B285456AC0E8}" destId="{47B0E33D-BA3D-40F8-905A-3FBA59EA5C53}" srcOrd="2" destOrd="0" parTransId="{AF570E0C-B4AF-4917-B573-DC7F2F698F5C}" sibTransId="{12599FEB-AF86-4A75-9922-0C2295E0D0B4}"/>
    <dgm:cxn modelId="{D8E5BEB9-1EA2-43B9-963A-5D4D3A5029EB}" type="presOf" srcId="{FCBEA99E-D72B-49A2-A96F-23DF6428E116}" destId="{7E1D4E48-FE77-4D7C-A28A-A019AFB604AB}" srcOrd="0" destOrd="0" presId="urn:microsoft.com/office/officeart/2005/8/layout/process5"/>
    <dgm:cxn modelId="{7CD84BE1-B05F-4315-B43A-EDA215322AAB}" srcId="{EF6AF3A0-9716-4E04-94CB-B285456AC0E8}" destId="{306652CD-F1DF-49B9-8828-DC0A4CD95F9D}" srcOrd="0" destOrd="0" parTransId="{9CD1FEB2-3F17-414B-B320-BC55D24E9078}" sibTransId="{FCBEA99E-D72B-49A2-A96F-23DF6428E116}"/>
    <dgm:cxn modelId="{A43FDEEB-E262-407F-9979-3D7A7EB4A103}" type="presOf" srcId="{B0681D28-DE68-4C79-91B8-7795B38EAFE5}" destId="{3E9C3063-B089-4437-80E6-D690B095D099}" srcOrd="0" destOrd="0" presId="urn:microsoft.com/office/officeart/2005/8/layout/process5"/>
    <dgm:cxn modelId="{4FF484EE-FC0C-41A1-B5B9-772FB36B672F}" type="presOf" srcId="{FCBEA99E-D72B-49A2-A96F-23DF6428E116}" destId="{A420275C-3C6E-461E-A70D-A32700B05947}" srcOrd="1" destOrd="0" presId="urn:microsoft.com/office/officeart/2005/8/layout/process5"/>
    <dgm:cxn modelId="{B69F01FA-8D04-43E6-9900-70285B8923E8}" type="presOf" srcId="{47B0E33D-BA3D-40F8-905A-3FBA59EA5C53}" destId="{26646F9E-548E-49E7-9DF9-4922C020DE11}" srcOrd="0" destOrd="0" presId="urn:microsoft.com/office/officeart/2005/8/layout/process5"/>
    <dgm:cxn modelId="{6CF81FF2-880C-4AE7-9F9B-BBDC5E3FCC7C}" type="presParOf" srcId="{AC373A9E-2937-4328-BE60-448C685D2D6A}" destId="{F3269169-9695-4BB8-976F-FBED2F8DD44C}" srcOrd="0" destOrd="0" presId="urn:microsoft.com/office/officeart/2005/8/layout/process5"/>
    <dgm:cxn modelId="{ADD366A5-547D-4C7E-8B80-C21EC163AA69}" type="presParOf" srcId="{AC373A9E-2937-4328-BE60-448C685D2D6A}" destId="{7E1D4E48-FE77-4D7C-A28A-A019AFB604AB}" srcOrd="1" destOrd="0" presId="urn:microsoft.com/office/officeart/2005/8/layout/process5"/>
    <dgm:cxn modelId="{728E56FE-93CE-4358-A54C-EF7CCF0CF904}" type="presParOf" srcId="{7E1D4E48-FE77-4D7C-A28A-A019AFB604AB}" destId="{A420275C-3C6E-461E-A70D-A32700B05947}" srcOrd="0" destOrd="0" presId="urn:microsoft.com/office/officeart/2005/8/layout/process5"/>
    <dgm:cxn modelId="{98CC69AB-E333-4CA2-9560-4F0E9BE97881}" type="presParOf" srcId="{AC373A9E-2937-4328-BE60-448C685D2D6A}" destId="{182706A0-7C58-4000-A08C-93B6CB09870B}" srcOrd="2" destOrd="0" presId="urn:microsoft.com/office/officeart/2005/8/layout/process5"/>
    <dgm:cxn modelId="{B2A6CFCE-4043-422A-9EC8-12B7DF6394E6}" type="presParOf" srcId="{AC373A9E-2937-4328-BE60-448C685D2D6A}" destId="{A30D41E0-12B8-49F9-9B91-662F5C6744E7}" srcOrd="3" destOrd="0" presId="urn:microsoft.com/office/officeart/2005/8/layout/process5"/>
    <dgm:cxn modelId="{90FE10FE-E46F-40DF-A505-1601E2EE580C}" type="presParOf" srcId="{A30D41E0-12B8-49F9-9B91-662F5C6744E7}" destId="{06E167D6-805D-4891-8658-028BDF5DD64F}" srcOrd="0" destOrd="0" presId="urn:microsoft.com/office/officeart/2005/8/layout/process5"/>
    <dgm:cxn modelId="{9A5FFE5E-1D34-4C10-9587-65642C4F3048}" type="presParOf" srcId="{AC373A9E-2937-4328-BE60-448C685D2D6A}" destId="{26646F9E-548E-49E7-9DF9-4922C020DE11}" srcOrd="4" destOrd="0" presId="urn:microsoft.com/office/officeart/2005/8/layout/process5"/>
    <dgm:cxn modelId="{7D81F97D-1766-4682-95CA-9D45839C8A2A}" type="presParOf" srcId="{AC373A9E-2937-4328-BE60-448C685D2D6A}" destId="{13DC459E-D391-4B43-B664-46D467920926}" srcOrd="5" destOrd="0" presId="urn:microsoft.com/office/officeart/2005/8/layout/process5"/>
    <dgm:cxn modelId="{63815ED8-890E-4DFB-A3F8-01458758C464}" type="presParOf" srcId="{13DC459E-D391-4B43-B664-46D467920926}" destId="{5968ACE0-D844-4763-8FC2-56A11F79A719}" srcOrd="0" destOrd="0" presId="urn:microsoft.com/office/officeart/2005/8/layout/process5"/>
    <dgm:cxn modelId="{C2213B71-8EF7-4296-9DD0-99FF1E83D1DB}" type="presParOf" srcId="{AC373A9E-2937-4328-BE60-448C685D2D6A}" destId="{AF282B49-2D4A-4C62-A310-3B50857A44B9}" srcOrd="6" destOrd="0" presId="urn:microsoft.com/office/officeart/2005/8/layout/process5"/>
    <dgm:cxn modelId="{E710CADB-8302-4B99-9A23-7CA0945FDB8C}" type="presParOf" srcId="{AC373A9E-2937-4328-BE60-448C685D2D6A}" destId="{3E9C3063-B089-4437-80E6-D690B095D099}" srcOrd="7" destOrd="0" presId="urn:microsoft.com/office/officeart/2005/8/layout/process5"/>
    <dgm:cxn modelId="{82E8D1AB-B712-42F4-9325-7A363772C9E3}" type="presParOf" srcId="{3E9C3063-B089-4437-80E6-D690B095D099}" destId="{043D85C8-F977-4BBF-B9C6-54516AEE078B}" srcOrd="0" destOrd="0" presId="urn:microsoft.com/office/officeart/2005/8/layout/process5"/>
    <dgm:cxn modelId="{F5999AB4-57D7-4DAB-BC97-E8D7F17302DB}" type="presParOf" srcId="{AC373A9E-2937-4328-BE60-448C685D2D6A}" destId="{4FD3F1FA-315A-41CD-9469-789C9193E8D2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A5FB8F-7150-4251-AA41-EC716BBD95F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0DF2854-5837-4370-9A7D-BAA088FA914E}">
      <dgm:prSet/>
      <dgm:spPr/>
      <dgm:t>
        <a:bodyPr/>
        <a:lstStyle/>
        <a:p>
          <a:r>
            <a:rPr lang="en-US"/>
            <a:t>AI er datasystemer som kan utføre oppgaver som krever intelligens.</a:t>
          </a:r>
        </a:p>
      </dgm:t>
    </dgm:pt>
    <dgm:pt modelId="{481C9549-FA77-4EC4-B7C4-99A8F7FA3B66}" type="parTrans" cxnId="{329517AE-0D98-4895-880A-A6EC96304479}">
      <dgm:prSet/>
      <dgm:spPr/>
      <dgm:t>
        <a:bodyPr/>
        <a:lstStyle/>
        <a:p>
          <a:endParaRPr lang="en-US"/>
        </a:p>
      </dgm:t>
    </dgm:pt>
    <dgm:pt modelId="{90BB330D-4707-4555-9D33-52583C494EB2}" type="sibTrans" cxnId="{329517AE-0D98-4895-880A-A6EC96304479}">
      <dgm:prSet/>
      <dgm:spPr/>
      <dgm:t>
        <a:bodyPr/>
        <a:lstStyle/>
        <a:p>
          <a:endParaRPr lang="en-US"/>
        </a:p>
      </dgm:t>
    </dgm:pt>
    <dgm:pt modelId="{83A7C11A-533A-4221-9ECC-D6611894AA4A}">
      <dgm:prSet/>
      <dgm:spPr/>
      <dgm:t>
        <a:bodyPr/>
        <a:lstStyle/>
        <a:p>
          <a:r>
            <a:rPr lang="en-US"/>
            <a:t>Eksempler: ChatGPT, bildegjenkjenning, anbefalingssystemer.</a:t>
          </a:r>
        </a:p>
      </dgm:t>
    </dgm:pt>
    <dgm:pt modelId="{76F83248-321B-484D-91A5-28724F81AEFE}" type="parTrans" cxnId="{ADB67957-655C-4A68-A153-9AE534AC9490}">
      <dgm:prSet/>
      <dgm:spPr/>
      <dgm:t>
        <a:bodyPr/>
        <a:lstStyle/>
        <a:p>
          <a:endParaRPr lang="en-US"/>
        </a:p>
      </dgm:t>
    </dgm:pt>
    <dgm:pt modelId="{BD2A1158-B602-4865-8DAF-3F8E4D57D153}" type="sibTrans" cxnId="{ADB67957-655C-4A68-A153-9AE534AC9490}">
      <dgm:prSet/>
      <dgm:spPr/>
      <dgm:t>
        <a:bodyPr/>
        <a:lstStyle/>
        <a:p>
          <a:endParaRPr lang="en-US"/>
        </a:p>
      </dgm:t>
    </dgm:pt>
    <dgm:pt modelId="{1E9C02AF-B03F-4269-815B-9646A05FA06F}">
      <dgm:prSet/>
      <dgm:spPr/>
      <dgm:t>
        <a:bodyPr/>
        <a:lstStyle/>
        <a:p>
          <a:r>
            <a:rPr lang="en-US"/>
            <a:t>Du møter AI i Spotify, Netflix, Google, kundeservice og mer.</a:t>
          </a:r>
        </a:p>
      </dgm:t>
    </dgm:pt>
    <dgm:pt modelId="{54565597-A9EB-4DC5-9819-DD1B64ED0B0F}" type="parTrans" cxnId="{383AA24F-4DA3-416C-97AE-9CE250023AA7}">
      <dgm:prSet/>
      <dgm:spPr/>
      <dgm:t>
        <a:bodyPr/>
        <a:lstStyle/>
        <a:p>
          <a:endParaRPr lang="en-US"/>
        </a:p>
      </dgm:t>
    </dgm:pt>
    <dgm:pt modelId="{C2BBBD69-2A02-49DA-9E67-0D2A1132F33F}" type="sibTrans" cxnId="{383AA24F-4DA3-416C-97AE-9CE250023AA7}">
      <dgm:prSet/>
      <dgm:spPr/>
      <dgm:t>
        <a:bodyPr/>
        <a:lstStyle/>
        <a:p>
          <a:endParaRPr lang="en-US"/>
        </a:p>
      </dgm:t>
    </dgm:pt>
    <dgm:pt modelId="{6A89D5C7-9397-409A-84CB-A6664A677C4F}" type="pres">
      <dgm:prSet presAssocID="{A9A5FB8F-7150-4251-AA41-EC716BBD95F0}" presName="linear" presStyleCnt="0">
        <dgm:presLayoutVars>
          <dgm:animLvl val="lvl"/>
          <dgm:resizeHandles val="exact"/>
        </dgm:presLayoutVars>
      </dgm:prSet>
      <dgm:spPr/>
    </dgm:pt>
    <dgm:pt modelId="{A9B97CF1-D7BD-4609-8F75-09B32A54901E}" type="pres">
      <dgm:prSet presAssocID="{D0DF2854-5837-4370-9A7D-BAA088FA914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1329099-0C25-4A20-A947-E04635A4E5AE}" type="pres">
      <dgm:prSet presAssocID="{90BB330D-4707-4555-9D33-52583C494EB2}" presName="spacer" presStyleCnt="0"/>
      <dgm:spPr/>
    </dgm:pt>
    <dgm:pt modelId="{B25758CA-BB4C-4C4D-96FE-E674CF7C284A}" type="pres">
      <dgm:prSet presAssocID="{83A7C11A-533A-4221-9ECC-D6611894AA4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9D08C2-2DF3-438F-868B-828E9B7CAE46}" type="pres">
      <dgm:prSet presAssocID="{BD2A1158-B602-4865-8DAF-3F8E4D57D153}" presName="spacer" presStyleCnt="0"/>
      <dgm:spPr/>
    </dgm:pt>
    <dgm:pt modelId="{6A4566AC-7E01-4581-8A07-8D9858AC26F4}" type="pres">
      <dgm:prSet presAssocID="{1E9C02AF-B03F-4269-815B-9646A05FA06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1573913-8C94-4D4B-924D-5B58F60E7040}" type="presOf" srcId="{1E9C02AF-B03F-4269-815B-9646A05FA06F}" destId="{6A4566AC-7E01-4581-8A07-8D9858AC26F4}" srcOrd="0" destOrd="0" presId="urn:microsoft.com/office/officeart/2005/8/layout/vList2"/>
    <dgm:cxn modelId="{65894962-35A0-4EAF-9834-0439F181DA73}" type="presOf" srcId="{83A7C11A-533A-4221-9ECC-D6611894AA4A}" destId="{B25758CA-BB4C-4C4D-96FE-E674CF7C284A}" srcOrd="0" destOrd="0" presId="urn:microsoft.com/office/officeart/2005/8/layout/vList2"/>
    <dgm:cxn modelId="{383AA24F-4DA3-416C-97AE-9CE250023AA7}" srcId="{A9A5FB8F-7150-4251-AA41-EC716BBD95F0}" destId="{1E9C02AF-B03F-4269-815B-9646A05FA06F}" srcOrd="2" destOrd="0" parTransId="{54565597-A9EB-4DC5-9819-DD1B64ED0B0F}" sibTransId="{C2BBBD69-2A02-49DA-9E67-0D2A1132F33F}"/>
    <dgm:cxn modelId="{ADB67957-655C-4A68-A153-9AE534AC9490}" srcId="{A9A5FB8F-7150-4251-AA41-EC716BBD95F0}" destId="{83A7C11A-533A-4221-9ECC-D6611894AA4A}" srcOrd="1" destOrd="0" parTransId="{76F83248-321B-484D-91A5-28724F81AEFE}" sibTransId="{BD2A1158-B602-4865-8DAF-3F8E4D57D153}"/>
    <dgm:cxn modelId="{15B20878-5580-4DB8-8C47-83C6BDF42CB4}" type="presOf" srcId="{A9A5FB8F-7150-4251-AA41-EC716BBD95F0}" destId="{6A89D5C7-9397-409A-84CB-A6664A677C4F}" srcOrd="0" destOrd="0" presId="urn:microsoft.com/office/officeart/2005/8/layout/vList2"/>
    <dgm:cxn modelId="{329517AE-0D98-4895-880A-A6EC96304479}" srcId="{A9A5FB8F-7150-4251-AA41-EC716BBD95F0}" destId="{D0DF2854-5837-4370-9A7D-BAA088FA914E}" srcOrd="0" destOrd="0" parTransId="{481C9549-FA77-4EC4-B7C4-99A8F7FA3B66}" sibTransId="{90BB330D-4707-4555-9D33-52583C494EB2}"/>
    <dgm:cxn modelId="{BA9857E4-90D8-4FEF-90EE-F086DC28C5D1}" type="presOf" srcId="{D0DF2854-5837-4370-9A7D-BAA088FA914E}" destId="{A9B97CF1-D7BD-4609-8F75-09B32A54901E}" srcOrd="0" destOrd="0" presId="urn:microsoft.com/office/officeart/2005/8/layout/vList2"/>
    <dgm:cxn modelId="{80AE4714-37ED-41FA-A98A-2813C076C5AD}" type="presParOf" srcId="{6A89D5C7-9397-409A-84CB-A6664A677C4F}" destId="{A9B97CF1-D7BD-4609-8F75-09B32A54901E}" srcOrd="0" destOrd="0" presId="urn:microsoft.com/office/officeart/2005/8/layout/vList2"/>
    <dgm:cxn modelId="{78465D92-A77C-4649-93AA-CDF0FA0F7B16}" type="presParOf" srcId="{6A89D5C7-9397-409A-84CB-A6664A677C4F}" destId="{81329099-0C25-4A20-A947-E04635A4E5AE}" srcOrd="1" destOrd="0" presId="urn:microsoft.com/office/officeart/2005/8/layout/vList2"/>
    <dgm:cxn modelId="{56976BF6-E2DD-44C9-8E55-A8AACC2F2B70}" type="presParOf" srcId="{6A89D5C7-9397-409A-84CB-A6664A677C4F}" destId="{B25758CA-BB4C-4C4D-96FE-E674CF7C284A}" srcOrd="2" destOrd="0" presId="urn:microsoft.com/office/officeart/2005/8/layout/vList2"/>
    <dgm:cxn modelId="{0EE4C45D-9E48-48B6-AEC3-585AAEE9220F}" type="presParOf" srcId="{6A89D5C7-9397-409A-84CB-A6664A677C4F}" destId="{F59D08C2-2DF3-438F-868B-828E9B7CAE46}" srcOrd="3" destOrd="0" presId="urn:microsoft.com/office/officeart/2005/8/layout/vList2"/>
    <dgm:cxn modelId="{51B0AD2E-A3C7-4981-89B6-D2044C2AFD31}" type="presParOf" srcId="{6A89D5C7-9397-409A-84CB-A6664A677C4F}" destId="{6A4566AC-7E01-4581-8A07-8D9858AC26F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BCCE4C-FBB5-412A-A0B4-8565DEA44C8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1BB0EB8-5FD5-45CB-BE8D-19E98464F869}">
      <dgm:prSet/>
      <dgm:spPr/>
      <dgm:t>
        <a:bodyPr/>
        <a:lstStyle/>
        <a:p>
          <a:r>
            <a:rPr lang="en-US"/>
            <a:t>Skrive e-post og dokumenter</a:t>
          </a:r>
        </a:p>
      </dgm:t>
    </dgm:pt>
    <dgm:pt modelId="{91212879-210A-4B1B-AAC5-DAF1EB743D61}" type="parTrans" cxnId="{E6893739-0F59-436A-94EC-E8D296815798}">
      <dgm:prSet/>
      <dgm:spPr/>
      <dgm:t>
        <a:bodyPr/>
        <a:lstStyle/>
        <a:p>
          <a:endParaRPr lang="en-US"/>
        </a:p>
      </dgm:t>
    </dgm:pt>
    <dgm:pt modelId="{6E475F4D-95CE-4B5D-B59F-048CCDA31DFB}" type="sibTrans" cxnId="{E6893739-0F59-436A-94EC-E8D296815798}">
      <dgm:prSet/>
      <dgm:spPr/>
      <dgm:t>
        <a:bodyPr/>
        <a:lstStyle/>
        <a:p>
          <a:endParaRPr lang="en-US"/>
        </a:p>
      </dgm:t>
    </dgm:pt>
    <dgm:pt modelId="{699CEBE7-BF1F-42F8-AF6B-58BFE3FBAD17}">
      <dgm:prSet/>
      <dgm:spPr/>
      <dgm:t>
        <a:bodyPr/>
        <a:lstStyle/>
        <a:p>
          <a:r>
            <a:rPr lang="en-US"/>
            <a:t>Forberede møter og oppsummere innhold</a:t>
          </a:r>
        </a:p>
      </dgm:t>
    </dgm:pt>
    <dgm:pt modelId="{94AB8069-063A-4796-A8AC-726E461F1404}" type="parTrans" cxnId="{0A6F1C3B-2F39-4F7A-A554-4DB0DF5993CE}">
      <dgm:prSet/>
      <dgm:spPr/>
      <dgm:t>
        <a:bodyPr/>
        <a:lstStyle/>
        <a:p>
          <a:endParaRPr lang="en-US"/>
        </a:p>
      </dgm:t>
    </dgm:pt>
    <dgm:pt modelId="{6CD3B704-521A-44E9-B7FB-9187082744C5}" type="sibTrans" cxnId="{0A6F1C3B-2F39-4F7A-A554-4DB0DF5993CE}">
      <dgm:prSet/>
      <dgm:spPr/>
      <dgm:t>
        <a:bodyPr/>
        <a:lstStyle/>
        <a:p>
          <a:endParaRPr lang="en-US"/>
        </a:p>
      </dgm:t>
    </dgm:pt>
    <dgm:pt modelId="{718C99AD-26AD-4B73-B987-1EFF5CF204F7}">
      <dgm:prSet/>
      <dgm:spPr/>
      <dgm:t>
        <a:bodyPr/>
        <a:lstStyle/>
        <a:p>
          <a:r>
            <a:rPr lang="en-US"/>
            <a:t>Kundedialog og support</a:t>
          </a:r>
        </a:p>
      </dgm:t>
    </dgm:pt>
    <dgm:pt modelId="{FA7B3758-EEB8-4434-8E99-0925CB26DFAB}" type="parTrans" cxnId="{E4F7D080-0749-4357-AEB5-5902B7ED2AC5}">
      <dgm:prSet/>
      <dgm:spPr/>
      <dgm:t>
        <a:bodyPr/>
        <a:lstStyle/>
        <a:p>
          <a:endParaRPr lang="en-US"/>
        </a:p>
      </dgm:t>
    </dgm:pt>
    <dgm:pt modelId="{907CFE3A-36BF-405A-B672-0F2DB4E6F227}" type="sibTrans" cxnId="{E4F7D080-0749-4357-AEB5-5902B7ED2AC5}">
      <dgm:prSet/>
      <dgm:spPr/>
      <dgm:t>
        <a:bodyPr/>
        <a:lstStyle/>
        <a:p>
          <a:endParaRPr lang="en-US"/>
        </a:p>
      </dgm:t>
    </dgm:pt>
    <dgm:pt modelId="{6A74091B-FFA3-4F77-AB6A-5B438CA79C9E}">
      <dgm:prSet/>
      <dgm:spPr/>
      <dgm:t>
        <a:bodyPr/>
        <a:lstStyle/>
        <a:p>
          <a:r>
            <a:rPr lang="en-US"/>
            <a:t>Skape idéutkast og innholdsforslag</a:t>
          </a:r>
        </a:p>
      </dgm:t>
    </dgm:pt>
    <dgm:pt modelId="{9EEB1599-62F1-4D43-BAA7-E1C4A733FCF6}" type="parTrans" cxnId="{5BDDC4B2-A153-4734-A5EF-9CAE4E419C4B}">
      <dgm:prSet/>
      <dgm:spPr/>
      <dgm:t>
        <a:bodyPr/>
        <a:lstStyle/>
        <a:p>
          <a:endParaRPr lang="en-US"/>
        </a:p>
      </dgm:t>
    </dgm:pt>
    <dgm:pt modelId="{0369EE33-7DA8-45B1-B259-F69F71E349E0}" type="sibTrans" cxnId="{5BDDC4B2-A153-4734-A5EF-9CAE4E419C4B}">
      <dgm:prSet/>
      <dgm:spPr/>
      <dgm:t>
        <a:bodyPr/>
        <a:lstStyle/>
        <a:p>
          <a:endParaRPr lang="en-US"/>
        </a:p>
      </dgm:t>
    </dgm:pt>
    <dgm:pt modelId="{7C75E618-3463-4DE7-AD68-8D62AB06B3F7}" type="pres">
      <dgm:prSet presAssocID="{D8BCCE4C-FBB5-412A-A0B4-8565DEA44C86}" presName="root" presStyleCnt="0">
        <dgm:presLayoutVars>
          <dgm:dir/>
          <dgm:resizeHandles val="exact"/>
        </dgm:presLayoutVars>
      </dgm:prSet>
      <dgm:spPr/>
    </dgm:pt>
    <dgm:pt modelId="{8B33A431-347A-41B3-BEB5-8A6BF18D6FBD}" type="pres">
      <dgm:prSet presAssocID="{81BB0EB8-5FD5-45CB-BE8D-19E98464F869}" presName="compNode" presStyleCnt="0"/>
      <dgm:spPr/>
    </dgm:pt>
    <dgm:pt modelId="{4F7F00FB-5B34-4900-BE0D-F7C582771925}" type="pres">
      <dgm:prSet presAssocID="{81BB0EB8-5FD5-45CB-BE8D-19E98464F869}" presName="bgRect" presStyleLbl="bgShp" presStyleIdx="0" presStyleCnt="4"/>
      <dgm:spPr/>
    </dgm:pt>
    <dgm:pt modelId="{8BC7AABF-FE68-43CA-82B3-D71459D1992F}" type="pres">
      <dgm:prSet presAssocID="{81BB0EB8-5FD5-45CB-BE8D-19E98464F86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envelope"/>
        </a:ext>
      </dgm:extLst>
    </dgm:pt>
    <dgm:pt modelId="{B8AE73DC-6558-4C11-A1D7-C8E30CEBE38D}" type="pres">
      <dgm:prSet presAssocID="{81BB0EB8-5FD5-45CB-BE8D-19E98464F869}" presName="spaceRect" presStyleCnt="0"/>
      <dgm:spPr/>
    </dgm:pt>
    <dgm:pt modelId="{7C95E1E5-120E-4382-BD54-D39A913F2B05}" type="pres">
      <dgm:prSet presAssocID="{81BB0EB8-5FD5-45CB-BE8D-19E98464F869}" presName="parTx" presStyleLbl="revTx" presStyleIdx="0" presStyleCnt="4">
        <dgm:presLayoutVars>
          <dgm:chMax val="0"/>
          <dgm:chPref val="0"/>
        </dgm:presLayoutVars>
      </dgm:prSet>
      <dgm:spPr/>
    </dgm:pt>
    <dgm:pt modelId="{B4453B7C-32BB-480F-9554-AE22E2A70486}" type="pres">
      <dgm:prSet presAssocID="{6E475F4D-95CE-4B5D-B59F-048CCDA31DFB}" presName="sibTrans" presStyleCnt="0"/>
      <dgm:spPr/>
    </dgm:pt>
    <dgm:pt modelId="{91805C7F-DECC-402C-B64E-14B8A98AF207}" type="pres">
      <dgm:prSet presAssocID="{699CEBE7-BF1F-42F8-AF6B-58BFE3FBAD17}" presName="compNode" presStyleCnt="0"/>
      <dgm:spPr/>
    </dgm:pt>
    <dgm:pt modelId="{F22985A0-D42D-40F9-9B83-77931E44032C}" type="pres">
      <dgm:prSet presAssocID="{699CEBE7-BF1F-42F8-AF6B-58BFE3FBAD17}" presName="bgRect" presStyleLbl="bgShp" presStyleIdx="1" presStyleCnt="4"/>
      <dgm:spPr/>
    </dgm:pt>
    <dgm:pt modelId="{32364FF5-577A-4EFA-AB67-F74028E3C1FA}" type="pres">
      <dgm:prSet presAssocID="{699CEBE7-BF1F-42F8-AF6B-58BFE3FBAD1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jekkliste"/>
        </a:ext>
      </dgm:extLst>
    </dgm:pt>
    <dgm:pt modelId="{48AEC798-B1EF-4EC1-B416-246DC6556C4B}" type="pres">
      <dgm:prSet presAssocID="{699CEBE7-BF1F-42F8-AF6B-58BFE3FBAD17}" presName="spaceRect" presStyleCnt="0"/>
      <dgm:spPr/>
    </dgm:pt>
    <dgm:pt modelId="{27582878-14E8-4A53-9A41-F5DEB387FBF3}" type="pres">
      <dgm:prSet presAssocID="{699CEBE7-BF1F-42F8-AF6B-58BFE3FBAD17}" presName="parTx" presStyleLbl="revTx" presStyleIdx="1" presStyleCnt="4">
        <dgm:presLayoutVars>
          <dgm:chMax val="0"/>
          <dgm:chPref val="0"/>
        </dgm:presLayoutVars>
      </dgm:prSet>
      <dgm:spPr/>
    </dgm:pt>
    <dgm:pt modelId="{C453831B-2BBD-47A2-BFDE-86640B5AEC53}" type="pres">
      <dgm:prSet presAssocID="{6CD3B704-521A-44E9-B7FB-9187082744C5}" presName="sibTrans" presStyleCnt="0"/>
      <dgm:spPr/>
    </dgm:pt>
    <dgm:pt modelId="{F1A278DC-2B0B-43EE-B1A0-A9ACFE9D5A39}" type="pres">
      <dgm:prSet presAssocID="{718C99AD-26AD-4B73-B987-1EFF5CF204F7}" presName="compNode" presStyleCnt="0"/>
      <dgm:spPr/>
    </dgm:pt>
    <dgm:pt modelId="{4FA7EB52-38F9-4B85-8641-5034D0931F1B}" type="pres">
      <dgm:prSet presAssocID="{718C99AD-26AD-4B73-B987-1EFF5CF204F7}" presName="bgRect" presStyleLbl="bgShp" presStyleIdx="2" presStyleCnt="4"/>
      <dgm:spPr/>
    </dgm:pt>
    <dgm:pt modelId="{94127C25-6578-4537-B626-06880E84CC5E}" type="pres">
      <dgm:prSet presAssocID="{718C99AD-26AD-4B73-B987-1EFF5CF204F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merking"/>
        </a:ext>
      </dgm:extLst>
    </dgm:pt>
    <dgm:pt modelId="{FDBC5E15-7F9E-456B-A64F-2ECF7BF86108}" type="pres">
      <dgm:prSet presAssocID="{718C99AD-26AD-4B73-B987-1EFF5CF204F7}" presName="spaceRect" presStyleCnt="0"/>
      <dgm:spPr/>
    </dgm:pt>
    <dgm:pt modelId="{3BFC466E-FC1E-42BC-B7D7-FBE3FEA71432}" type="pres">
      <dgm:prSet presAssocID="{718C99AD-26AD-4B73-B987-1EFF5CF204F7}" presName="parTx" presStyleLbl="revTx" presStyleIdx="2" presStyleCnt="4">
        <dgm:presLayoutVars>
          <dgm:chMax val="0"/>
          <dgm:chPref val="0"/>
        </dgm:presLayoutVars>
      </dgm:prSet>
      <dgm:spPr/>
    </dgm:pt>
    <dgm:pt modelId="{7EF99091-7DC8-4C5F-BA23-DA97C1236A67}" type="pres">
      <dgm:prSet presAssocID="{907CFE3A-36BF-405A-B672-0F2DB4E6F227}" presName="sibTrans" presStyleCnt="0"/>
      <dgm:spPr/>
    </dgm:pt>
    <dgm:pt modelId="{08024606-8BBF-4AE2-81E3-C466FB636374}" type="pres">
      <dgm:prSet presAssocID="{6A74091B-FFA3-4F77-AB6A-5B438CA79C9E}" presName="compNode" presStyleCnt="0"/>
      <dgm:spPr/>
    </dgm:pt>
    <dgm:pt modelId="{A2E358A2-3C66-4985-8D80-A519020BB218}" type="pres">
      <dgm:prSet presAssocID="{6A74091B-FFA3-4F77-AB6A-5B438CA79C9E}" presName="bgRect" presStyleLbl="bgShp" presStyleIdx="3" presStyleCnt="4"/>
      <dgm:spPr/>
    </dgm:pt>
    <dgm:pt modelId="{5DF1CD39-68F6-42A3-ADF7-6015EAAF6C77}" type="pres">
      <dgm:prSet presAssocID="{6A74091B-FFA3-4F77-AB6A-5B438CA79C9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yant"/>
        </a:ext>
      </dgm:extLst>
    </dgm:pt>
    <dgm:pt modelId="{08333CD3-3FC6-4083-A23E-C1CF800B4ED3}" type="pres">
      <dgm:prSet presAssocID="{6A74091B-FFA3-4F77-AB6A-5B438CA79C9E}" presName="spaceRect" presStyleCnt="0"/>
      <dgm:spPr/>
    </dgm:pt>
    <dgm:pt modelId="{2363B79A-88C4-4325-B9C6-AEF90A2C1DB2}" type="pres">
      <dgm:prSet presAssocID="{6A74091B-FFA3-4F77-AB6A-5B438CA79C9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9D8A007-54F2-4DD8-95F0-D0E34CF8615A}" type="presOf" srcId="{6A74091B-FFA3-4F77-AB6A-5B438CA79C9E}" destId="{2363B79A-88C4-4325-B9C6-AEF90A2C1DB2}" srcOrd="0" destOrd="0" presId="urn:microsoft.com/office/officeart/2018/2/layout/IconVerticalSolidList"/>
    <dgm:cxn modelId="{E6893739-0F59-436A-94EC-E8D296815798}" srcId="{D8BCCE4C-FBB5-412A-A0B4-8565DEA44C86}" destId="{81BB0EB8-5FD5-45CB-BE8D-19E98464F869}" srcOrd="0" destOrd="0" parTransId="{91212879-210A-4B1B-AAC5-DAF1EB743D61}" sibTransId="{6E475F4D-95CE-4B5D-B59F-048CCDA31DFB}"/>
    <dgm:cxn modelId="{0A6F1C3B-2F39-4F7A-A554-4DB0DF5993CE}" srcId="{D8BCCE4C-FBB5-412A-A0B4-8565DEA44C86}" destId="{699CEBE7-BF1F-42F8-AF6B-58BFE3FBAD17}" srcOrd="1" destOrd="0" parTransId="{94AB8069-063A-4796-A8AC-726E461F1404}" sibTransId="{6CD3B704-521A-44E9-B7FB-9187082744C5}"/>
    <dgm:cxn modelId="{1F773868-6007-4308-BF80-FF17A8F9F054}" type="presOf" srcId="{718C99AD-26AD-4B73-B987-1EFF5CF204F7}" destId="{3BFC466E-FC1E-42BC-B7D7-FBE3FEA71432}" srcOrd="0" destOrd="0" presId="urn:microsoft.com/office/officeart/2018/2/layout/IconVerticalSolidList"/>
    <dgm:cxn modelId="{DFE6D74F-7EFE-4147-81B4-8E54FA0EE761}" type="presOf" srcId="{699CEBE7-BF1F-42F8-AF6B-58BFE3FBAD17}" destId="{27582878-14E8-4A53-9A41-F5DEB387FBF3}" srcOrd="0" destOrd="0" presId="urn:microsoft.com/office/officeart/2018/2/layout/IconVerticalSolidList"/>
    <dgm:cxn modelId="{6EA89971-3C9F-4933-9EB0-E979AE9B00C6}" type="presOf" srcId="{81BB0EB8-5FD5-45CB-BE8D-19E98464F869}" destId="{7C95E1E5-120E-4382-BD54-D39A913F2B05}" srcOrd="0" destOrd="0" presId="urn:microsoft.com/office/officeart/2018/2/layout/IconVerticalSolidList"/>
    <dgm:cxn modelId="{E4F7D080-0749-4357-AEB5-5902B7ED2AC5}" srcId="{D8BCCE4C-FBB5-412A-A0B4-8565DEA44C86}" destId="{718C99AD-26AD-4B73-B987-1EFF5CF204F7}" srcOrd="2" destOrd="0" parTransId="{FA7B3758-EEB8-4434-8E99-0925CB26DFAB}" sibTransId="{907CFE3A-36BF-405A-B672-0F2DB4E6F227}"/>
    <dgm:cxn modelId="{5BDDC4B2-A153-4734-A5EF-9CAE4E419C4B}" srcId="{D8BCCE4C-FBB5-412A-A0B4-8565DEA44C86}" destId="{6A74091B-FFA3-4F77-AB6A-5B438CA79C9E}" srcOrd="3" destOrd="0" parTransId="{9EEB1599-62F1-4D43-BAA7-E1C4A733FCF6}" sibTransId="{0369EE33-7DA8-45B1-B259-F69F71E349E0}"/>
    <dgm:cxn modelId="{B17737D7-25BD-4AD0-8ECF-C72785701586}" type="presOf" srcId="{D8BCCE4C-FBB5-412A-A0B4-8565DEA44C86}" destId="{7C75E618-3463-4DE7-AD68-8D62AB06B3F7}" srcOrd="0" destOrd="0" presId="urn:microsoft.com/office/officeart/2018/2/layout/IconVerticalSolidList"/>
    <dgm:cxn modelId="{47E8CE86-4CFB-451E-A860-CF70659E29AA}" type="presParOf" srcId="{7C75E618-3463-4DE7-AD68-8D62AB06B3F7}" destId="{8B33A431-347A-41B3-BEB5-8A6BF18D6FBD}" srcOrd="0" destOrd="0" presId="urn:microsoft.com/office/officeart/2018/2/layout/IconVerticalSolidList"/>
    <dgm:cxn modelId="{721CC27F-6E00-4174-8A39-DD5042C70AEB}" type="presParOf" srcId="{8B33A431-347A-41B3-BEB5-8A6BF18D6FBD}" destId="{4F7F00FB-5B34-4900-BE0D-F7C582771925}" srcOrd="0" destOrd="0" presId="urn:microsoft.com/office/officeart/2018/2/layout/IconVerticalSolidList"/>
    <dgm:cxn modelId="{121051BE-A880-4BAA-8D1F-CC9FE0577F17}" type="presParOf" srcId="{8B33A431-347A-41B3-BEB5-8A6BF18D6FBD}" destId="{8BC7AABF-FE68-43CA-82B3-D71459D1992F}" srcOrd="1" destOrd="0" presId="urn:microsoft.com/office/officeart/2018/2/layout/IconVerticalSolidList"/>
    <dgm:cxn modelId="{30792DED-0276-47A6-B1FD-3F317D2971CB}" type="presParOf" srcId="{8B33A431-347A-41B3-BEB5-8A6BF18D6FBD}" destId="{B8AE73DC-6558-4C11-A1D7-C8E30CEBE38D}" srcOrd="2" destOrd="0" presId="urn:microsoft.com/office/officeart/2018/2/layout/IconVerticalSolidList"/>
    <dgm:cxn modelId="{C01C3980-1CF5-44CF-8A38-50F5BECCF4EF}" type="presParOf" srcId="{8B33A431-347A-41B3-BEB5-8A6BF18D6FBD}" destId="{7C95E1E5-120E-4382-BD54-D39A913F2B05}" srcOrd="3" destOrd="0" presId="urn:microsoft.com/office/officeart/2018/2/layout/IconVerticalSolidList"/>
    <dgm:cxn modelId="{23204F45-FD26-4CC6-B530-BB9549A8AED6}" type="presParOf" srcId="{7C75E618-3463-4DE7-AD68-8D62AB06B3F7}" destId="{B4453B7C-32BB-480F-9554-AE22E2A70486}" srcOrd="1" destOrd="0" presId="urn:microsoft.com/office/officeart/2018/2/layout/IconVerticalSolidList"/>
    <dgm:cxn modelId="{0A1871D7-924E-4EB3-A272-74ED548F0901}" type="presParOf" srcId="{7C75E618-3463-4DE7-AD68-8D62AB06B3F7}" destId="{91805C7F-DECC-402C-B64E-14B8A98AF207}" srcOrd="2" destOrd="0" presId="urn:microsoft.com/office/officeart/2018/2/layout/IconVerticalSolidList"/>
    <dgm:cxn modelId="{B804E7B7-AC13-400B-84C5-3081FF8F24F1}" type="presParOf" srcId="{91805C7F-DECC-402C-B64E-14B8A98AF207}" destId="{F22985A0-D42D-40F9-9B83-77931E44032C}" srcOrd="0" destOrd="0" presId="urn:microsoft.com/office/officeart/2018/2/layout/IconVerticalSolidList"/>
    <dgm:cxn modelId="{32D6DCD9-FB4B-4BF9-BA1D-0289F5B59C5A}" type="presParOf" srcId="{91805C7F-DECC-402C-B64E-14B8A98AF207}" destId="{32364FF5-577A-4EFA-AB67-F74028E3C1FA}" srcOrd="1" destOrd="0" presId="urn:microsoft.com/office/officeart/2018/2/layout/IconVerticalSolidList"/>
    <dgm:cxn modelId="{832AB44A-D47D-4956-AC2A-4E902E4B5F4B}" type="presParOf" srcId="{91805C7F-DECC-402C-B64E-14B8A98AF207}" destId="{48AEC798-B1EF-4EC1-B416-246DC6556C4B}" srcOrd="2" destOrd="0" presId="urn:microsoft.com/office/officeart/2018/2/layout/IconVerticalSolidList"/>
    <dgm:cxn modelId="{925E0BAE-F58D-4A4D-A9B0-51074A22AFB4}" type="presParOf" srcId="{91805C7F-DECC-402C-B64E-14B8A98AF207}" destId="{27582878-14E8-4A53-9A41-F5DEB387FBF3}" srcOrd="3" destOrd="0" presId="urn:microsoft.com/office/officeart/2018/2/layout/IconVerticalSolidList"/>
    <dgm:cxn modelId="{93A9FD3B-8283-4D86-B23B-4CA64AB5378D}" type="presParOf" srcId="{7C75E618-3463-4DE7-AD68-8D62AB06B3F7}" destId="{C453831B-2BBD-47A2-BFDE-86640B5AEC53}" srcOrd="3" destOrd="0" presId="urn:microsoft.com/office/officeart/2018/2/layout/IconVerticalSolidList"/>
    <dgm:cxn modelId="{DED961EA-A477-4DA8-8457-34B0DD5E8967}" type="presParOf" srcId="{7C75E618-3463-4DE7-AD68-8D62AB06B3F7}" destId="{F1A278DC-2B0B-43EE-B1A0-A9ACFE9D5A39}" srcOrd="4" destOrd="0" presId="urn:microsoft.com/office/officeart/2018/2/layout/IconVerticalSolidList"/>
    <dgm:cxn modelId="{B24E022B-470E-45A0-92FE-CF0B827AFB0D}" type="presParOf" srcId="{F1A278DC-2B0B-43EE-B1A0-A9ACFE9D5A39}" destId="{4FA7EB52-38F9-4B85-8641-5034D0931F1B}" srcOrd="0" destOrd="0" presId="urn:microsoft.com/office/officeart/2018/2/layout/IconVerticalSolidList"/>
    <dgm:cxn modelId="{D1BDC8B7-531A-46BD-AE5E-30A7349331C0}" type="presParOf" srcId="{F1A278DC-2B0B-43EE-B1A0-A9ACFE9D5A39}" destId="{94127C25-6578-4537-B626-06880E84CC5E}" srcOrd="1" destOrd="0" presId="urn:microsoft.com/office/officeart/2018/2/layout/IconVerticalSolidList"/>
    <dgm:cxn modelId="{13C3C2E6-6DAA-4662-A5F6-9C5E5316EE75}" type="presParOf" srcId="{F1A278DC-2B0B-43EE-B1A0-A9ACFE9D5A39}" destId="{FDBC5E15-7F9E-456B-A64F-2ECF7BF86108}" srcOrd="2" destOrd="0" presId="urn:microsoft.com/office/officeart/2018/2/layout/IconVerticalSolidList"/>
    <dgm:cxn modelId="{1499D55C-BFBF-4E15-86DC-610B85319071}" type="presParOf" srcId="{F1A278DC-2B0B-43EE-B1A0-A9ACFE9D5A39}" destId="{3BFC466E-FC1E-42BC-B7D7-FBE3FEA71432}" srcOrd="3" destOrd="0" presId="urn:microsoft.com/office/officeart/2018/2/layout/IconVerticalSolidList"/>
    <dgm:cxn modelId="{97090F3F-92C0-499A-B9D4-718ACA209685}" type="presParOf" srcId="{7C75E618-3463-4DE7-AD68-8D62AB06B3F7}" destId="{7EF99091-7DC8-4C5F-BA23-DA97C1236A67}" srcOrd="5" destOrd="0" presId="urn:microsoft.com/office/officeart/2018/2/layout/IconVerticalSolidList"/>
    <dgm:cxn modelId="{92A19AFE-BF13-411F-BF9C-4153CAFC4A1C}" type="presParOf" srcId="{7C75E618-3463-4DE7-AD68-8D62AB06B3F7}" destId="{08024606-8BBF-4AE2-81E3-C466FB636374}" srcOrd="6" destOrd="0" presId="urn:microsoft.com/office/officeart/2018/2/layout/IconVerticalSolidList"/>
    <dgm:cxn modelId="{FDC4A96E-D08C-4894-B604-627AC779DC71}" type="presParOf" srcId="{08024606-8BBF-4AE2-81E3-C466FB636374}" destId="{A2E358A2-3C66-4985-8D80-A519020BB218}" srcOrd="0" destOrd="0" presId="urn:microsoft.com/office/officeart/2018/2/layout/IconVerticalSolidList"/>
    <dgm:cxn modelId="{DD217932-5CD9-4C98-BD96-C5246B54E618}" type="presParOf" srcId="{08024606-8BBF-4AE2-81E3-C466FB636374}" destId="{5DF1CD39-68F6-42A3-ADF7-6015EAAF6C77}" srcOrd="1" destOrd="0" presId="urn:microsoft.com/office/officeart/2018/2/layout/IconVerticalSolidList"/>
    <dgm:cxn modelId="{8BF0E5A1-E27F-4FC1-A8A9-3AE2F994777F}" type="presParOf" srcId="{08024606-8BBF-4AE2-81E3-C466FB636374}" destId="{08333CD3-3FC6-4083-A23E-C1CF800B4ED3}" srcOrd="2" destOrd="0" presId="urn:microsoft.com/office/officeart/2018/2/layout/IconVerticalSolidList"/>
    <dgm:cxn modelId="{10005CC0-F5E5-458B-88B6-88BF2EBEFAE8}" type="presParOf" srcId="{08024606-8BBF-4AE2-81E3-C466FB636374}" destId="{2363B79A-88C4-4325-B9C6-AEF90A2C1D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F75AB2-674C-45EA-9463-4B83734049A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0C55643-8E50-4B88-AE19-040BECA1EE35}">
      <dgm:prSet/>
      <dgm:spPr/>
      <dgm:t>
        <a:bodyPr/>
        <a:lstStyle/>
        <a:p>
          <a:r>
            <a:rPr lang="en-US"/>
            <a:t>⏱️ Tidsbesparelse – gjør kjedelige oppgaver raskere</a:t>
          </a:r>
        </a:p>
      </dgm:t>
    </dgm:pt>
    <dgm:pt modelId="{37E7A13B-9BA4-40D0-953B-6D4CC132D676}" type="parTrans" cxnId="{9416C01D-2CB0-4F7D-A7A0-B54AEB2C617A}">
      <dgm:prSet/>
      <dgm:spPr/>
      <dgm:t>
        <a:bodyPr/>
        <a:lstStyle/>
        <a:p>
          <a:endParaRPr lang="en-US"/>
        </a:p>
      </dgm:t>
    </dgm:pt>
    <dgm:pt modelId="{C4A2B682-866D-4FF7-8E0B-758A2BDFF789}" type="sibTrans" cxnId="{9416C01D-2CB0-4F7D-A7A0-B54AEB2C617A}">
      <dgm:prSet/>
      <dgm:spPr/>
      <dgm:t>
        <a:bodyPr/>
        <a:lstStyle/>
        <a:p>
          <a:endParaRPr lang="en-US"/>
        </a:p>
      </dgm:t>
    </dgm:pt>
    <dgm:pt modelId="{9F26CA7E-841D-40F5-B800-F272873A1C54}">
      <dgm:prSet/>
      <dgm:spPr/>
      <dgm:t>
        <a:bodyPr/>
        <a:lstStyle/>
        <a:p>
          <a:r>
            <a:rPr lang="en-US"/>
            <a:t>🎯 Økt presisjon – foreslår bedre formuleringer og struktur</a:t>
          </a:r>
        </a:p>
      </dgm:t>
    </dgm:pt>
    <dgm:pt modelId="{07EDB71D-5C51-4520-95EC-EC3526A3E35C}" type="parTrans" cxnId="{33EDA2E5-3265-4E41-9A8C-EFBCCD4ED460}">
      <dgm:prSet/>
      <dgm:spPr/>
      <dgm:t>
        <a:bodyPr/>
        <a:lstStyle/>
        <a:p>
          <a:endParaRPr lang="en-US"/>
        </a:p>
      </dgm:t>
    </dgm:pt>
    <dgm:pt modelId="{DB3096A7-D7DF-4666-B092-9783194C1E99}" type="sibTrans" cxnId="{33EDA2E5-3265-4E41-9A8C-EFBCCD4ED460}">
      <dgm:prSet/>
      <dgm:spPr/>
      <dgm:t>
        <a:bodyPr/>
        <a:lstStyle/>
        <a:p>
          <a:endParaRPr lang="en-US"/>
        </a:p>
      </dgm:t>
    </dgm:pt>
    <dgm:pt modelId="{D8E8E7E2-01DB-4B39-92E3-05499CAF2B4F}">
      <dgm:prSet/>
      <dgm:spPr/>
      <dgm:t>
        <a:bodyPr/>
        <a:lstStyle/>
        <a:p>
          <a:r>
            <a:rPr lang="en-US"/>
            <a:t>🌐 Alltid tilgjengelig – 24/7 hjelp via verktøy som ChatGPT</a:t>
          </a:r>
        </a:p>
      </dgm:t>
    </dgm:pt>
    <dgm:pt modelId="{238D3B1B-9EF0-469E-8BEA-C4761E10B39C}" type="parTrans" cxnId="{820AF787-23CA-45CB-AE27-02B281419C7E}">
      <dgm:prSet/>
      <dgm:spPr/>
      <dgm:t>
        <a:bodyPr/>
        <a:lstStyle/>
        <a:p>
          <a:endParaRPr lang="en-US"/>
        </a:p>
      </dgm:t>
    </dgm:pt>
    <dgm:pt modelId="{E7B16A9D-AE06-4CAE-BD21-8E8446DDCE12}" type="sibTrans" cxnId="{820AF787-23CA-45CB-AE27-02B281419C7E}">
      <dgm:prSet/>
      <dgm:spPr/>
      <dgm:t>
        <a:bodyPr/>
        <a:lstStyle/>
        <a:p>
          <a:endParaRPr lang="en-US"/>
        </a:p>
      </dgm:t>
    </dgm:pt>
    <dgm:pt modelId="{A7E09235-9349-41DF-94FD-A04DEF07A23C}" type="pres">
      <dgm:prSet presAssocID="{AAF75AB2-674C-45EA-9463-4B83734049A0}" presName="root" presStyleCnt="0">
        <dgm:presLayoutVars>
          <dgm:dir/>
          <dgm:resizeHandles val="exact"/>
        </dgm:presLayoutVars>
      </dgm:prSet>
      <dgm:spPr/>
    </dgm:pt>
    <dgm:pt modelId="{B1AA4677-5E0F-4073-9212-37BA0F881DB4}" type="pres">
      <dgm:prSet presAssocID="{60C55643-8E50-4B88-AE19-040BECA1EE35}" presName="compNode" presStyleCnt="0"/>
      <dgm:spPr/>
    </dgm:pt>
    <dgm:pt modelId="{2D6B2E18-8E86-4809-AD55-54BB4DA69BC3}" type="pres">
      <dgm:prSet presAssocID="{60C55643-8E50-4B88-AE19-040BECA1EE3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peklokke"/>
        </a:ext>
      </dgm:extLst>
    </dgm:pt>
    <dgm:pt modelId="{5F703DB3-454F-4EAC-8457-DDDB72A44D8A}" type="pres">
      <dgm:prSet presAssocID="{60C55643-8E50-4B88-AE19-040BECA1EE35}" presName="spaceRect" presStyleCnt="0"/>
      <dgm:spPr/>
    </dgm:pt>
    <dgm:pt modelId="{9577BEC5-2F3E-4FC1-92C4-960E94F99195}" type="pres">
      <dgm:prSet presAssocID="{60C55643-8E50-4B88-AE19-040BECA1EE35}" presName="textRect" presStyleLbl="revTx" presStyleIdx="0" presStyleCnt="3">
        <dgm:presLayoutVars>
          <dgm:chMax val="1"/>
          <dgm:chPref val="1"/>
        </dgm:presLayoutVars>
      </dgm:prSet>
      <dgm:spPr/>
    </dgm:pt>
    <dgm:pt modelId="{02B59CC0-97BD-4817-8A3A-2CC9382C0104}" type="pres">
      <dgm:prSet presAssocID="{C4A2B682-866D-4FF7-8E0B-758A2BDFF789}" presName="sibTrans" presStyleCnt="0"/>
      <dgm:spPr/>
    </dgm:pt>
    <dgm:pt modelId="{C0F0FE3D-783C-419A-BAF9-26574131AD51}" type="pres">
      <dgm:prSet presAssocID="{9F26CA7E-841D-40F5-B800-F272873A1C54}" presName="compNode" presStyleCnt="0"/>
      <dgm:spPr/>
    </dgm:pt>
    <dgm:pt modelId="{C46A4B23-1F21-40BF-B1CE-FAA8AD1DA343}" type="pres">
      <dgm:prSet presAssocID="{9F26CA7E-841D-40F5-B800-F272873A1C5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ål"/>
        </a:ext>
      </dgm:extLst>
    </dgm:pt>
    <dgm:pt modelId="{AF41CC84-7416-478A-9E9E-BDC4EA80FD66}" type="pres">
      <dgm:prSet presAssocID="{9F26CA7E-841D-40F5-B800-F272873A1C54}" presName="spaceRect" presStyleCnt="0"/>
      <dgm:spPr/>
    </dgm:pt>
    <dgm:pt modelId="{DE3EB876-5E72-4363-955D-401DDEB71B03}" type="pres">
      <dgm:prSet presAssocID="{9F26CA7E-841D-40F5-B800-F272873A1C54}" presName="textRect" presStyleLbl="revTx" presStyleIdx="1" presStyleCnt="3">
        <dgm:presLayoutVars>
          <dgm:chMax val="1"/>
          <dgm:chPref val="1"/>
        </dgm:presLayoutVars>
      </dgm:prSet>
      <dgm:spPr/>
    </dgm:pt>
    <dgm:pt modelId="{C2D85049-204F-4088-9A80-B42E25F8D349}" type="pres">
      <dgm:prSet presAssocID="{DB3096A7-D7DF-4666-B092-9783194C1E99}" presName="sibTrans" presStyleCnt="0"/>
      <dgm:spPr/>
    </dgm:pt>
    <dgm:pt modelId="{CEC09C0A-4978-44FA-9DE5-2D42C7FD1281}" type="pres">
      <dgm:prSet presAssocID="{D8E8E7E2-01DB-4B39-92E3-05499CAF2B4F}" presName="compNode" presStyleCnt="0"/>
      <dgm:spPr/>
    </dgm:pt>
    <dgm:pt modelId="{0CA95B7A-1495-44C6-8ACA-B28800364257}" type="pres">
      <dgm:prSet presAssocID="{D8E8E7E2-01DB-4B39-92E3-05499CAF2B4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ktøy"/>
        </a:ext>
      </dgm:extLst>
    </dgm:pt>
    <dgm:pt modelId="{CBA65359-B7EE-41C7-A20F-9AD7EEE9F211}" type="pres">
      <dgm:prSet presAssocID="{D8E8E7E2-01DB-4B39-92E3-05499CAF2B4F}" presName="spaceRect" presStyleCnt="0"/>
      <dgm:spPr/>
    </dgm:pt>
    <dgm:pt modelId="{B9699565-EDBC-49DF-8E29-4ACE59F90FF1}" type="pres">
      <dgm:prSet presAssocID="{D8E8E7E2-01DB-4B39-92E3-05499CAF2B4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416C01D-2CB0-4F7D-A7A0-B54AEB2C617A}" srcId="{AAF75AB2-674C-45EA-9463-4B83734049A0}" destId="{60C55643-8E50-4B88-AE19-040BECA1EE35}" srcOrd="0" destOrd="0" parTransId="{37E7A13B-9BA4-40D0-953B-6D4CC132D676}" sibTransId="{C4A2B682-866D-4FF7-8E0B-758A2BDFF789}"/>
    <dgm:cxn modelId="{20C33A63-A448-4470-AFE2-EE2E34BD659E}" type="presOf" srcId="{AAF75AB2-674C-45EA-9463-4B83734049A0}" destId="{A7E09235-9349-41DF-94FD-A04DEF07A23C}" srcOrd="0" destOrd="0" presId="urn:microsoft.com/office/officeart/2018/2/layout/IconLabelList"/>
    <dgm:cxn modelId="{9A22D583-B439-4D85-9459-3FCB08BA1D08}" type="presOf" srcId="{9F26CA7E-841D-40F5-B800-F272873A1C54}" destId="{DE3EB876-5E72-4363-955D-401DDEB71B03}" srcOrd="0" destOrd="0" presId="urn:microsoft.com/office/officeart/2018/2/layout/IconLabelList"/>
    <dgm:cxn modelId="{820AF787-23CA-45CB-AE27-02B281419C7E}" srcId="{AAF75AB2-674C-45EA-9463-4B83734049A0}" destId="{D8E8E7E2-01DB-4B39-92E3-05499CAF2B4F}" srcOrd="2" destOrd="0" parTransId="{238D3B1B-9EF0-469E-8BEA-C4761E10B39C}" sibTransId="{E7B16A9D-AE06-4CAE-BD21-8E8446DDCE12}"/>
    <dgm:cxn modelId="{358F80B0-BF5F-4E07-80F2-0D5801869C82}" type="presOf" srcId="{60C55643-8E50-4B88-AE19-040BECA1EE35}" destId="{9577BEC5-2F3E-4FC1-92C4-960E94F99195}" srcOrd="0" destOrd="0" presId="urn:microsoft.com/office/officeart/2018/2/layout/IconLabelList"/>
    <dgm:cxn modelId="{33EDA2E5-3265-4E41-9A8C-EFBCCD4ED460}" srcId="{AAF75AB2-674C-45EA-9463-4B83734049A0}" destId="{9F26CA7E-841D-40F5-B800-F272873A1C54}" srcOrd="1" destOrd="0" parTransId="{07EDB71D-5C51-4520-95EC-EC3526A3E35C}" sibTransId="{DB3096A7-D7DF-4666-B092-9783194C1E99}"/>
    <dgm:cxn modelId="{93E7B6EB-CD82-43C2-A12C-498F81BC2DC4}" type="presOf" srcId="{D8E8E7E2-01DB-4B39-92E3-05499CAF2B4F}" destId="{B9699565-EDBC-49DF-8E29-4ACE59F90FF1}" srcOrd="0" destOrd="0" presId="urn:microsoft.com/office/officeart/2018/2/layout/IconLabelList"/>
    <dgm:cxn modelId="{930498BD-D94F-471E-9A85-0DCE5AC99BF6}" type="presParOf" srcId="{A7E09235-9349-41DF-94FD-A04DEF07A23C}" destId="{B1AA4677-5E0F-4073-9212-37BA0F881DB4}" srcOrd="0" destOrd="0" presId="urn:microsoft.com/office/officeart/2018/2/layout/IconLabelList"/>
    <dgm:cxn modelId="{7D1B8E05-FFD1-4E15-AD54-0D45DCFE6006}" type="presParOf" srcId="{B1AA4677-5E0F-4073-9212-37BA0F881DB4}" destId="{2D6B2E18-8E86-4809-AD55-54BB4DA69BC3}" srcOrd="0" destOrd="0" presId="urn:microsoft.com/office/officeart/2018/2/layout/IconLabelList"/>
    <dgm:cxn modelId="{2AF0D555-EE5D-4D25-909A-F2E364D0CC22}" type="presParOf" srcId="{B1AA4677-5E0F-4073-9212-37BA0F881DB4}" destId="{5F703DB3-454F-4EAC-8457-DDDB72A44D8A}" srcOrd="1" destOrd="0" presId="urn:microsoft.com/office/officeart/2018/2/layout/IconLabelList"/>
    <dgm:cxn modelId="{1375294F-9F42-4837-893D-1E32A95BD59D}" type="presParOf" srcId="{B1AA4677-5E0F-4073-9212-37BA0F881DB4}" destId="{9577BEC5-2F3E-4FC1-92C4-960E94F99195}" srcOrd="2" destOrd="0" presId="urn:microsoft.com/office/officeart/2018/2/layout/IconLabelList"/>
    <dgm:cxn modelId="{A3856297-0ADD-4A7D-8674-D41179B13A82}" type="presParOf" srcId="{A7E09235-9349-41DF-94FD-A04DEF07A23C}" destId="{02B59CC0-97BD-4817-8A3A-2CC9382C0104}" srcOrd="1" destOrd="0" presId="urn:microsoft.com/office/officeart/2018/2/layout/IconLabelList"/>
    <dgm:cxn modelId="{E08D5BEF-372F-424C-831E-DCD29421DDEB}" type="presParOf" srcId="{A7E09235-9349-41DF-94FD-A04DEF07A23C}" destId="{C0F0FE3D-783C-419A-BAF9-26574131AD51}" srcOrd="2" destOrd="0" presId="urn:microsoft.com/office/officeart/2018/2/layout/IconLabelList"/>
    <dgm:cxn modelId="{29557414-CA91-4D9A-9B14-1FDC457BC9D8}" type="presParOf" srcId="{C0F0FE3D-783C-419A-BAF9-26574131AD51}" destId="{C46A4B23-1F21-40BF-B1CE-FAA8AD1DA343}" srcOrd="0" destOrd="0" presId="urn:microsoft.com/office/officeart/2018/2/layout/IconLabelList"/>
    <dgm:cxn modelId="{A6498B0D-1E86-4D9A-9694-B1FE08674062}" type="presParOf" srcId="{C0F0FE3D-783C-419A-BAF9-26574131AD51}" destId="{AF41CC84-7416-478A-9E9E-BDC4EA80FD66}" srcOrd="1" destOrd="0" presId="urn:microsoft.com/office/officeart/2018/2/layout/IconLabelList"/>
    <dgm:cxn modelId="{3AC5F510-1C0B-4240-964E-662905709356}" type="presParOf" srcId="{C0F0FE3D-783C-419A-BAF9-26574131AD51}" destId="{DE3EB876-5E72-4363-955D-401DDEB71B03}" srcOrd="2" destOrd="0" presId="urn:microsoft.com/office/officeart/2018/2/layout/IconLabelList"/>
    <dgm:cxn modelId="{1344CDFF-7D69-42B4-B844-0CCFFD8B3272}" type="presParOf" srcId="{A7E09235-9349-41DF-94FD-A04DEF07A23C}" destId="{C2D85049-204F-4088-9A80-B42E25F8D349}" srcOrd="3" destOrd="0" presId="urn:microsoft.com/office/officeart/2018/2/layout/IconLabelList"/>
    <dgm:cxn modelId="{2767A2FB-1383-445A-809C-740BFFF3EC6D}" type="presParOf" srcId="{A7E09235-9349-41DF-94FD-A04DEF07A23C}" destId="{CEC09C0A-4978-44FA-9DE5-2D42C7FD1281}" srcOrd="4" destOrd="0" presId="urn:microsoft.com/office/officeart/2018/2/layout/IconLabelList"/>
    <dgm:cxn modelId="{CCA3586E-6CCC-44EE-A18D-BD2E9077F7C9}" type="presParOf" srcId="{CEC09C0A-4978-44FA-9DE5-2D42C7FD1281}" destId="{0CA95B7A-1495-44C6-8ACA-B28800364257}" srcOrd="0" destOrd="0" presId="urn:microsoft.com/office/officeart/2018/2/layout/IconLabelList"/>
    <dgm:cxn modelId="{7BF25F33-082B-4A93-8AF6-11AF1455911A}" type="presParOf" srcId="{CEC09C0A-4978-44FA-9DE5-2D42C7FD1281}" destId="{CBA65359-B7EE-41C7-A20F-9AD7EEE9F211}" srcOrd="1" destOrd="0" presId="urn:microsoft.com/office/officeart/2018/2/layout/IconLabelList"/>
    <dgm:cxn modelId="{0B7525BD-8AA0-4638-9609-B1320ECDDCA5}" type="presParOf" srcId="{CEC09C0A-4978-44FA-9DE5-2D42C7FD1281}" destId="{B9699565-EDBC-49DF-8E29-4ACE59F90FF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7B161F8-CD90-42EB-B8AC-EF40399B742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2D590E3-0D58-414F-BF51-0BAD71C9E05F}">
      <dgm:prSet/>
      <dgm:spPr/>
      <dgm:t>
        <a:bodyPr/>
        <a:lstStyle/>
        <a:p>
          <a:r>
            <a:rPr lang="en-US"/>
            <a:t>• Hjelper deg med formuleringer og struktur</a:t>
          </a:r>
        </a:p>
      </dgm:t>
    </dgm:pt>
    <dgm:pt modelId="{BF48C51C-441D-4397-8D11-C7BB5FAA101A}" type="parTrans" cxnId="{E59F37BE-5721-4229-B52E-09FB512F6DBA}">
      <dgm:prSet/>
      <dgm:spPr/>
      <dgm:t>
        <a:bodyPr/>
        <a:lstStyle/>
        <a:p>
          <a:endParaRPr lang="en-US"/>
        </a:p>
      </dgm:t>
    </dgm:pt>
    <dgm:pt modelId="{8302A6DE-FA44-4515-ABAB-87B39E736CFA}" type="sibTrans" cxnId="{E59F37BE-5721-4229-B52E-09FB512F6DBA}">
      <dgm:prSet/>
      <dgm:spPr/>
      <dgm:t>
        <a:bodyPr/>
        <a:lstStyle/>
        <a:p>
          <a:endParaRPr lang="en-US"/>
        </a:p>
      </dgm:t>
    </dgm:pt>
    <dgm:pt modelId="{FB2FE99E-1F93-4666-97D3-7E8F66658DC9}">
      <dgm:prSet/>
      <dgm:spPr/>
      <dgm:t>
        <a:bodyPr/>
        <a:lstStyle/>
        <a:p>
          <a:r>
            <a:rPr lang="en-US"/>
            <a:t>• Gir forslag til forbedring av tone og stil</a:t>
          </a:r>
        </a:p>
      </dgm:t>
    </dgm:pt>
    <dgm:pt modelId="{B2E3E2EA-AACF-4B28-AD40-7E9FBF59F801}" type="parTrans" cxnId="{ACFF6927-1422-444B-8F2A-0F70905A7CAC}">
      <dgm:prSet/>
      <dgm:spPr/>
      <dgm:t>
        <a:bodyPr/>
        <a:lstStyle/>
        <a:p>
          <a:endParaRPr lang="en-US"/>
        </a:p>
      </dgm:t>
    </dgm:pt>
    <dgm:pt modelId="{5D364477-460C-4A7B-B9D2-12F90291102B}" type="sibTrans" cxnId="{ACFF6927-1422-444B-8F2A-0F70905A7CAC}">
      <dgm:prSet/>
      <dgm:spPr/>
      <dgm:t>
        <a:bodyPr/>
        <a:lstStyle/>
        <a:p>
          <a:endParaRPr lang="en-US"/>
        </a:p>
      </dgm:t>
    </dgm:pt>
    <dgm:pt modelId="{6763E71B-FA8C-4934-A9CB-4924896EFE69}">
      <dgm:prSet/>
      <dgm:spPr/>
      <dgm:t>
        <a:bodyPr/>
        <a:lstStyle/>
        <a:p>
          <a:r>
            <a:rPr lang="en-US"/>
            <a:t>• Skriver utkast til e-post, rapporter, referater</a:t>
          </a:r>
        </a:p>
      </dgm:t>
    </dgm:pt>
    <dgm:pt modelId="{3F15BB02-1D57-4F50-81CA-957E86600D82}" type="parTrans" cxnId="{5AC9F32A-ECC5-4D4A-BEEF-EF8498DF2DD9}">
      <dgm:prSet/>
      <dgm:spPr/>
      <dgm:t>
        <a:bodyPr/>
        <a:lstStyle/>
        <a:p>
          <a:endParaRPr lang="en-US"/>
        </a:p>
      </dgm:t>
    </dgm:pt>
    <dgm:pt modelId="{EDA19174-4B5A-4C54-9630-70E030C5F617}" type="sibTrans" cxnId="{5AC9F32A-ECC5-4D4A-BEEF-EF8498DF2DD9}">
      <dgm:prSet/>
      <dgm:spPr/>
      <dgm:t>
        <a:bodyPr/>
        <a:lstStyle/>
        <a:p>
          <a:endParaRPr lang="en-US"/>
        </a:p>
      </dgm:t>
    </dgm:pt>
    <dgm:pt modelId="{641B43F4-2341-4AAF-BB42-B05789766296}" type="pres">
      <dgm:prSet presAssocID="{07B161F8-CD90-42EB-B8AC-EF40399B7421}" presName="root" presStyleCnt="0">
        <dgm:presLayoutVars>
          <dgm:dir/>
          <dgm:resizeHandles val="exact"/>
        </dgm:presLayoutVars>
      </dgm:prSet>
      <dgm:spPr/>
    </dgm:pt>
    <dgm:pt modelId="{EB160803-52BB-46EA-AB56-5AE2054C29A4}" type="pres">
      <dgm:prSet presAssocID="{52D590E3-0D58-414F-BF51-0BAD71C9E05F}" presName="compNode" presStyleCnt="0"/>
      <dgm:spPr/>
    </dgm:pt>
    <dgm:pt modelId="{F5ACB6A2-498E-43C3-9239-1863A3705C43}" type="pres">
      <dgm:prSet presAssocID="{52D590E3-0D58-414F-BF51-0BAD71C9E05F}" presName="bgRect" presStyleLbl="bgShp" presStyleIdx="0" presStyleCnt="3"/>
      <dgm:spPr/>
    </dgm:pt>
    <dgm:pt modelId="{1145A293-5438-4321-8A50-EDAC9D6C4287}" type="pres">
      <dgm:prSet presAssocID="{52D590E3-0D58-414F-BF51-0BAD71C9E05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sin"/>
        </a:ext>
      </dgm:extLst>
    </dgm:pt>
    <dgm:pt modelId="{1AEAF3B9-704E-4CA2-9F9B-C62BB6E0FFFF}" type="pres">
      <dgm:prSet presAssocID="{52D590E3-0D58-414F-BF51-0BAD71C9E05F}" presName="spaceRect" presStyleCnt="0"/>
      <dgm:spPr/>
    </dgm:pt>
    <dgm:pt modelId="{954E1D58-3C3C-41AA-B28C-60DA88C13BA4}" type="pres">
      <dgm:prSet presAssocID="{52D590E3-0D58-414F-BF51-0BAD71C9E05F}" presName="parTx" presStyleLbl="revTx" presStyleIdx="0" presStyleCnt="3">
        <dgm:presLayoutVars>
          <dgm:chMax val="0"/>
          <dgm:chPref val="0"/>
        </dgm:presLayoutVars>
      </dgm:prSet>
      <dgm:spPr/>
    </dgm:pt>
    <dgm:pt modelId="{31D2E7D3-6710-4C92-AC9C-A891FFD98AAF}" type="pres">
      <dgm:prSet presAssocID="{8302A6DE-FA44-4515-ABAB-87B39E736CFA}" presName="sibTrans" presStyleCnt="0"/>
      <dgm:spPr/>
    </dgm:pt>
    <dgm:pt modelId="{DC85B1FF-187F-40F2-B319-6B86BEABE787}" type="pres">
      <dgm:prSet presAssocID="{FB2FE99E-1F93-4666-97D3-7E8F66658DC9}" presName="compNode" presStyleCnt="0"/>
      <dgm:spPr/>
    </dgm:pt>
    <dgm:pt modelId="{1D92A23D-A0D3-47A6-B3DB-77D1D9DAC3C2}" type="pres">
      <dgm:prSet presAssocID="{FB2FE99E-1F93-4666-97D3-7E8F66658DC9}" presName="bgRect" presStyleLbl="bgShp" presStyleIdx="1" presStyleCnt="3"/>
      <dgm:spPr/>
    </dgm:pt>
    <dgm:pt modelId="{C5C84326-06C3-4F2B-A4B5-B0CBE4040024}" type="pres">
      <dgm:prSet presAssocID="{FB2FE99E-1F93-4666-97D3-7E8F66658DC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yspære"/>
        </a:ext>
      </dgm:extLst>
    </dgm:pt>
    <dgm:pt modelId="{5930BEC4-7941-4385-A501-9B322923BFD3}" type="pres">
      <dgm:prSet presAssocID="{FB2FE99E-1F93-4666-97D3-7E8F66658DC9}" presName="spaceRect" presStyleCnt="0"/>
      <dgm:spPr/>
    </dgm:pt>
    <dgm:pt modelId="{646EA3A8-00DC-42F7-965B-37EBDFB40915}" type="pres">
      <dgm:prSet presAssocID="{FB2FE99E-1F93-4666-97D3-7E8F66658DC9}" presName="parTx" presStyleLbl="revTx" presStyleIdx="1" presStyleCnt="3">
        <dgm:presLayoutVars>
          <dgm:chMax val="0"/>
          <dgm:chPref val="0"/>
        </dgm:presLayoutVars>
      </dgm:prSet>
      <dgm:spPr/>
    </dgm:pt>
    <dgm:pt modelId="{0B6271BC-C560-4C57-B87B-1BCC8F7088A0}" type="pres">
      <dgm:prSet presAssocID="{5D364477-460C-4A7B-B9D2-12F90291102B}" presName="sibTrans" presStyleCnt="0"/>
      <dgm:spPr/>
    </dgm:pt>
    <dgm:pt modelId="{29FE1685-310F-46B9-BBD2-5AEE132BBF1D}" type="pres">
      <dgm:prSet presAssocID="{6763E71B-FA8C-4934-A9CB-4924896EFE69}" presName="compNode" presStyleCnt="0"/>
      <dgm:spPr/>
    </dgm:pt>
    <dgm:pt modelId="{BC624DE4-46FE-4471-92F0-47CDB9DEDF93}" type="pres">
      <dgm:prSet presAssocID="{6763E71B-FA8C-4934-A9CB-4924896EFE69}" presName="bgRect" presStyleLbl="bgShp" presStyleIdx="2" presStyleCnt="3"/>
      <dgm:spPr/>
    </dgm:pt>
    <dgm:pt modelId="{B48ED01B-5D1E-4083-9E19-10E89F498777}" type="pres">
      <dgm:prSet presAssocID="{6763E71B-FA8C-4934-A9CB-4924896EFE6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rivemaskin"/>
        </a:ext>
      </dgm:extLst>
    </dgm:pt>
    <dgm:pt modelId="{4AA7423C-40D2-4CBF-8208-CF2E2996EF2B}" type="pres">
      <dgm:prSet presAssocID="{6763E71B-FA8C-4934-A9CB-4924896EFE69}" presName="spaceRect" presStyleCnt="0"/>
      <dgm:spPr/>
    </dgm:pt>
    <dgm:pt modelId="{988066F1-0BDB-4847-BF79-C794E2A63E1C}" type="pres">
      <dgm:prSet presAssocID="{6763E71B-FA8C-4934-A9CB-4924896EFE6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78DA214-47B2-4C0C-9EDF-4D8728B61D43}" type="presOf" srcId="{6763E71B-FA8C-4934-A9CB-4924896EFE69}" destId="{988066F1-0BDB-4847-BF79-C794E2A63E1C}" srcOrd="0" destOrd="0" presId="urn:microsoft.com/office/officeart/2018/2/layout/IconVerticalSolidList"/>
    <dgm:cxn modelId="{ACFF6927-1422-444B-8F2A-0F70905A7CAC}" srcId="{07B161F8-CD90-42EB-B8AC-EF40399B7421}" destId="{FB2FE99E-1F93-4666-97D3-7E8F66658DC9}" srcOrd="1" destOrd="0" parTransId="{B2E3E2EA-AACF-4B28-AD40-7E9FBF59F801}" sibTransId="{5D364477-460C-4A7B-B9D2-12F90291102B}"/>
    <dgm:cxn modelId="{5AC9F32A-ECC5-4D4A-BEEF-EF8498DF2DD9}" srcId="{07B161F8-CD90-42EB-B8AC-EF40399B7421}" destId="{6763E71B-FA8C-4934-A9CB-4924896EFE69}" srcOrd="2" destOrd="0" parTransId="{3F15BB02-1D57-4F50-81CA-957E86600D82}" sibTransId="{EDA19174-4B5A-4C54-9630-70E030C5F617}"/>
    <dgm:cxn modelId="{C25A878E-BE26-47F9-B030-34D85AE5DE1F}" type="presOf" srcId="{52D590E3-0D58-414F-BF51-0BAD71C9E05F}" destId="{954E1D58-3C3C-41AA-B28C-60DA88C13BA4}" srcOrd="0" destOrd="0" presId="urn:microsoft.com/office/officeart/2018/2/layout/IconVerticalSolidList"/>
    <dgm:cxn modelId="{85A55290-0930-4CEC-85A7-B561F7AD15F1}" type="presOf" srcId="{FB2FE99E-1F93-4666-97D3-7E8F66658DC9}" destId="{646EA3A8-00DC-42F7-965B-37EBDFB40915}" srcOrd="0" destOrd="0" presId="urn:microsoft.com/office/officeart/2018/2/layout/IconVerticalSolidList"/>
    <dgm:cxn modelId="{E59F37BE-5721-4229-B52E-09FB512F6DBA}" srcId="{07B161F8-CD90-42EB-B8AC-EF40399B7421}" destId="{52D590E3-0D58-414F-BF51-0BAD71C9E05F}" srcOrd="0" destOrd="0" parTransId="{BF48C51C-441D-4397-8D11-C7BB5FAA101A}" sibTransId="{8302A6DE-FA44-4515-ABAB-87B39E736CFA}"/>
    <dgm:cxn modelId="{BF4813FE-1356-4DF3-8740-DD6DD3293F2C}" type="presOf" srcId="{07B161F8-CD90-42EB-B8AC-EF40399B7421}" destId="{641B43F4-2341-4AAF-BB42-B05789766296}" srcOrd="0" destOrd="0" presId="urn:microsoft.com/office/officeart/2018/2/layout/IconVerticalSolidList"/>
    <dgm:cxn modelId="{081F0451-70F9-4C16-9778-2BA00B16E972}" type="presParOf" srcId="{641B43F4-2341-4AAF-BB42-B05789766296}" destId="{EB160803-52BB-46EA-AB56-5AE2054C29A4}" srcOrd="0" destOrd="0" presId="urn:microsoft.com/office/officeart/2018/2/layout/IconVerticalSolidList"/>
    <dgm:cxn modelId="{E7F2EFCB-8614-4C6D-A32B-075751FDF632}" type="presParOf" srcId="{EB160803-52BB-46EA-AB56-5AE2054C29A4}" destId="{F5ACB6A2-498E-43C3-9239-1863A3705C43}" srcOrd="0" destOrd="0" presId="urn:microsoft.com/office/officeart/2018/2/layout/IconVerticalSolidList"/>
    <dgm:cxn modelId="{21E8A39F-7032-45E8-A579-8502E3D0D1C6}" type="presParOf" srcId="{EB160803-52BB-46EA-AB56-5AE2054C29A4}" destId="{1145A293-5438-4321-8A50-EDAC9D6C4287}" srcOrd="1" destOrd="0" presId="urn:microsoft.com/office/officeart/2018/2/layout/IconVerticalSolidList"/>
    <dgm:cxn modelId="{286F9F82-4BC3-4DFD-BDBD-E9F0E96C8EA8}" type="presParOf" srcId="{EB160803-52BB-46EA-AB56-5AE2054C29A4}" destId="{1AEAF3B9-704E-4CA2-9F9B-C62BB6E0FFFF}" srcOrd="2" destOrd="0" presId="urn:microsoft.com/office/officeart/2018/2/layout/IconVerticalSolidList"/>
    <dgm:cxn modelId="{57FEAEBD-A687-4F86-94DE-8888F0C74A8B}" type="presParOf" srcId="{EB160803-52BB-46EA-AB56-5AE2054C29A4}" destId="{954E1D58-3C3C-41AA-B28C-60DA88C13BA4}" srcOrd="3" destOrd="0" presId="urn:microsoft.com/office/officeart/2018/2/layout/IconVerticalSolidList"/>
    <dgm:cxn modelId="{B7C50355-11A9-479B-AF89-57706BCDEC88}" type="presParOf" srcId="{641B43F4-2341-4AAF-BB42-B05789766296}" destId="{31D2E7D3-6710-4C92-AC9C-A891FFD98AAF}" srcOrd="1" destOrd="0" presId="urn:microsoft.com/office/officeart/2018/2/layout/IconVerticalSolidList"/>
    <dgm:cxn modelId="{945C8556-6D69-414E-A33E-D135B6672354}" type="presParOf" srcId="{641B43F4-2341-4AAF-BB42-B05789766296}" destId="{DC85B1FF-187F-40F2-B319-6B86BEABE787}" srcOrd="2" destOrd="0" presId="urn:microsoft.com/office/officeart/2018/2/layout/IconVerticalSolidList"/>
    <dgm:cxn modelId="{3AF352FA-8A65-4F46-9971-668A26AE6E5B}" type="presParOf" srcId="{DC85B1FF-187F-40F2-B319-6B86BEABE787}" destId="{1D92A23D-A0D3-47A6-B3DB-77D1D9DAC3C2}" srcOrd="0" destOrd="0" presId="urn:microsoft.com/office/officeart/2018/2/layout/IconVerticalSolidList"/>
    <dgm:cxn modelId="{6287E8B2-75F7-44BC-90E0-AC53F7A6FED1}" type="presParOf" srcId="{DC85B1FF-187F-40F2-B319-6B86BEABE787}" destId="{C5C84326-06C3-4F2B-A4B5-B0CBE4040024}" srcOrd="1" destOrd="0" presId="urn:microsoft.com/office/officeart/2018/2/layout/IconVerticalSolidList"/>
    <dgm:cxn modelId="{17168669-24BC-45F9-AF0B-0AF2B4CD3D01}" type="presParOf" srcId="{DC85B1FF-187F-40F2-B319-6B86BEABE787}" destId="{5930BEC4-7941-4385-A501-9B322923BFD3}" srcOrd="2" destOrd="0" presId="urn:microsoft.com/office/officeart/2018/2/layout/IconVerticalSolidList"/>
    <dgm:cxn modelId="{98104E46-D6F2-4D2D-9593-B7789B8E2905}" type="presParOf" srcId="{DC85B1FF-187F-40F2-B319-6B86BEABE787}" destId="{646EA3A8-00DC-42F7-965B-37EBDFB40915}" srcOrd="3" destOrd="0" presId="urn:microsoft.com/office/officeart/2018/2/layout/IconVerticalSolidList"/>
    <dgm:cxn modelId="{E4EA53C8-218C-40BA-8BFA-F9EC326F4314}" type="presParOf" srcId="{641B43F4-2341-4AAF-BB42-B05789766296}" destId="{0B6271BC-C560-4C57-B87B-1BCC8F7088A0}" srcOrd="3" destOrd="0" presId="urn:microsoft.com/office/officeart/2018/2/layout/IconVerticalSolidList"/>
    <dgm:cxn modelId="{CE66D559-6CC9-4BAF-A5CC-3F99E46BAA91}" type="presParOf" srcId="{641B43F4-2341-4AAF-BB42-B05789766296}" destId="{29FE1685-310F-46B9-BBD2-5AEE132BBF1D}" srcOrd="4" destOrd="0" presId="urn:microsoft.com/office/officeart/2018/2/layout/IconVerticalSolidList"/>
    <dgm:cxn modelId="{8D5D742B-E0C2-4197-B998-85D9C4311DA1}" type="presParOf" srcId="{29FE1685-310F-46B9-BBD2-5AEE132BBF1D}" destId="{BC624DE4-46FE-4471-92F0-47CDB9DEDF93}" srcOrd="0" destOrd="0" presId="urn:microsoft.com/office/officeart/2018/2/layout/IconVerticalSolidList"/>
    <dgm:cxn modelId="{83919D2A-BAEC-4074-B6E5-302A65FD306B}" type="presParOf" srcId="{29FE1685-310F-46B9-BBD2-5AEE132BBF1D}" destId="{B48ED01B-5D1E-4083-9E19-10E89F498777}" srcOrd="1" destOrd="0" presId="urn:microsoft.com/office/officeart/2018/2/layout/IconVerticalSolidList"/>
    <dgm:cxn modelId="{3EFB3CAA-8718-4CA3-9FFD-39052A13D6A1}" type="presParOf" srcId="{29FE1685-310F-46B9-BBD2-5AEE132BBF1D}" destId="{4AA7423C-40D2-4CBF-8208-CF2E2996EF2B}" srcOrd="2" destOrd="0" presId="urn:microsoft.com/office/officeart/2018/2/layout/IconVerticalSolidList"/>
    <dgm:cxn modelId="{2AE048EF-B440-46A6-8C2D-3D581838E713}" type="presParOf" srcId="{29FE1685-310F-46B9-BBD2-5AEE132BBF1D}" destId="{988066F1-0BDB-4847-BF79-C794E2A63E1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4923634-5E23-4D7B-8B6A-A289FC6628D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1AC6ABB-9DC0-4A40-8AE0-9BE21AD014BA}">
      <dgm:prSet/>
      <dgm:spPr/>
      <dgm:t>
        <a:bodyPr/>
        <a:lstStyle/>
        <a:p>
          <a:pPr>
            <a:defRPr cap="all"/>
          </a:pPr>
          <a:r>
            <a:rPr lang="en-US"/>
            <a:t>• Skriv en høflig påminnelse til kollega</a:t>
          </a:r>
        </a:p>
      </dgm:t>
    </dgm:pt>
    <dgm:pt modelId="{31B03058-4787-4B2C-BB0C-A7012B8B1158}" type="parTrans" cxnId="{2F7C3E55-4E65-4CF5-B61A-B28EE5AB5ECF}">
      <dgm:prSet/>
      <dgm:spPr/>
      <dgm:t>
        <a:bodyPr/>
        <a:lstStyle/>
        <a:p>
          <a:endParaRPr lang="en-US"/>
        </a:p>
      </dgm:t>
    </dgm:pt>
    <dgm:pt modelId="{0F0331AD-DAFD-42C0-B2EE-64EC9420FDE5}" type="sibTrans" cxnId="{2F7C3E55-4E65-4CF5-B61A-B28EE5AB5ECF}">
      <dgm:prSet/>
      <dgm:spPr/>
      <dgm:t>
        <a:bodyPr/>
        <a:lstStyle/>
        <a:p>
          <a:endParaRPr lang="en-US"/>
        </a:p>
      </dgm:t>
    </dgm:pt>
    <dgm:pt modelId="{87A7810F-4884-4879-91DE-50148C5BCA4A}">
      <dgm:prSet/>
      <dgm:spPr/>
      <dgm:t>
        <a:bodyPr/>
        <a:lstStyle/>
        <a:p>
          <a:pPr>
            <a:defRPr cap="all"/>
          </a:pPr>
          <a:r>
            <a:rPr lang="en-US"/>
            <a:t>• Oppsummer et møte i stikkord eller avsnitt</a:t>
          </a:r>
        </a:p>
      </dgm:t>
    </dgm:pt>
    <dgm:pt modelId="{F15F1143-2E36-46B1-93EB-8E4C746C7D3B}" type="parTrans" cxnId="{73B6BD10-59A5-4870-8AC2-30DE53D8F0B2}">
      <dgm:prSet/>
      <dgm:spPr/>
      <dgm:t>
        <a:bodyPr/>
        <a:lstStyle/>
        <a:p>
          <a:endParaRPr lang="en-US"/>
        </a:p>
      </dgm:t>
    </dgm:pt>
    <dgm:pt modelId="{BB67D5C3-381F-4183-883C-09D7241098C5}" type="sibTrans" cxnId="{73B6BD10-59A5-4870-8AC2-30DE53D8F0B2}">
      <dgm:prSet/>
      <dgm:spPr/>
      <dgm:t>
        <a:bodyPr/>
        <a:lstStyle/>
        <a:p>
          <a:endParaRPr lang="en-US"/>
        </a:p>
      </dgm:t>
    </dgm:pt>
    <dgm:pt modelId="{B0653895-93C8-49C3-98FF-9450FE5D46F7}">
      <dgm:prSet/>
      <dgm:spPr/>
      <dgm:t>
        <a:bodyPr/>
        <a:lstStyle/>
        <a:p>
          <a:pPr>
            <a:defRPr cap="all"/>
          </a:pPr>
          <a:r>
            <a:rPr lang="en-US"/>
            <a:t>• Forklar et vanskelig begrep på en enkel måte</a:t>
          </a:r>
        </a:p>
      </dgm:t>
    </dgm:pt>
    <dgm:pt modelId="{E17D71A3-53BF-4FF9-90F9-657AEC685ECB}" type="parTrans" cxnId="{F350CCD8-E82E-42CA-9059-4F3CAB106250}">
      <dgm:prSet/>
      <dgm:spPr/>
      <dgm:t>
        <a:bodyPr/>
        <a:lstStyle/>
        <a:p>
          <a:endParaRPr lang="en-US"/>
        </a:p>
      </dgm:t>
    </dgm:pt>
    <dgm:pt modelId="{93887118-A562-4AE9-A9CA-4AD6B299C261}" type="sibTrans" cxnId="{F350CCD8-E82E-42CA-9059-4F3CAB106250}">
      <dgm:prSet/>
      <dgm:spPr/>
      <dgm:t>
        <a:bodyPr/>
        <a:lstStyle/>
        <a:p>
          <a:endParaRPr lang="en-US"/>
        </a:p>
      </dgm:t>
    </dgm:pt>
    <dgm:pt modelId="{01C67C74-73AF-4A0D-AD6B-36B80F16CC1F}" type="pres">
      <dgm:prSet presAssocID="{B4923634-5E23-4D7B-8B6A-A289FC6628D2}" presName="root" presStyleCnt="0">
        <dgm:presLayoutVars>
          <dgm:dir/>
          <dgm:resizeHandles val="exact"/>
        </dgm:presLayoutVars>
      </dgm:prSet>
      <dgm:spPr/>
    </dgm:pt>
    <dgm:pt modelId="{075A37F3-E82C-488F-95B6-93413842B1DC}" type="pres">
      <dgm:prSet presAssocID="{E1AC6ABB-9DC0-4A40-8AE0-9BE21AD014BA}" presName="compNode" presStyleCnt="0"/>
      <dgm:spPr/>
    </dgm:pt>
    <dgm:pt modelId="{932F4D09-4977-40AD-915D-F4DE19F6E9AC}" type="pres">
      <dgm:prSet presAssocID="{E1AC6ABB-9DC0-4A40-8AE0-9BE21AD014BA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5D33EF5-D7B8-456E-B8C0-0A42118778B1}" type="pres">
      <dgm:prSet presAssocID="{E1AC6ABB-9DC0-4A40-8AE0-9BE21AD014B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yant"/>
        </a:ext>
      </dgm:extLst>
    </dgm:pt>
    <dgm:pt modelId="{2E056FDE-FE75-4F7E-AD15-9DD00BAC104F}" type="pres">
      <dgm:prSet presAssocID="{E1AC6ABB-9DC0-4A40-8AE0-9BE21AD014BA}" presName="spaceRect" presStyleCnt="0"/>
      <dgm:spPr/>
    </dgm:pt>
    <dgm:pt modelId="{40C6E829-7C0E-438E-A8EB-126C5A8C427B}" type="pres">
      <dgm:prSet presAssocID="{E1AC6ABB-9DC0-4A40-8AE0-9BE21AD014BA}" presName="textRect" presStyleLbl="revTx" presStyleIdx="0" presStyleCnt="3">
        <dgm:presLayoutVars>
          <dgm:chMax val="1"/>
          <dgm:chPref val="1"/>
        </dgm:presLayoutVars>
      </dgm:prSet>
      <dgm:spPr/>
    </dgm:pt>
    <dgm:pt modelId="{84276BB4-BF93-43E1-B920-4D70206C1858}" type="pres">
      <dgm:prSet presAssocID="{0F0331AD-DAFD-42C0-B2EE-64EC9420FDE5}" presName="sibTrans" presStyleCnt="0"/>
      <dgm:spPr/>
    </dgm:pt>
    <dgm:pt modelId="{3364758F-3666-4C80-B8F6-27F0B68AF01F}" type="pres">
      <dgm:prSet presAssocID="{87A7810F-4884-4879-91DE-50148C5BCA4A}" presName="compNode" presStyleCnt="0"/>
      <dgm:spPr/>
    </dgm:pt>
    <dgm:pt modelId="{34001E84-B494-4CB3-84C6-BED591541F8C}" type="pres">
      <dgm:prSet presAssocID="{87A7810F-4884-4879-91DE-50148C5BCA4A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ED7988C-ADA6-409A-AADF-AE7E72CE4E0F}" type="pres">
      <dgm:prSet presAssocID="{87A7810F-4884-4879-91DE-50148C5BCA4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8665970F-62B8-4BF1-8A32-3681723BFCA5}" type="pres">
      <dgm:prSet presAssocID="{87A7810F-4884-4879-91DE-50148C5BCA4A}" presName="spaceRect" presStyleCnt="0"/>
      <dgm:spPr/>
    </dgm:pt>
    <dgm:pt modelId="{4C53BFDB-8C84-4BD7-ACD7-729C321D70C4}" type="pres">
      <dgm:prSet presAssocID="{87A7810F-4884-4879-91DE-50148C5BCA4A}" presName="textRect" presStyleLbl="revTx" presStyleIdx="1" presStyleCnt="3">
        <dgm:presLayoutVars>
          <dgm:chMax val="1"/>
          <dgm:chPref val="1"/>
        </dgm:presLayoutVars>
      </dgm:prSet>
      <dgm:spPr/>
    </dgm:pt>
    <dgm:pt modelId="{810697BF-38FA-40ED-A509-892F5CC23F43}" type="pres">
      <dgm:prSet presAssocID="{BB67D5C3-381F-4183-883C-09D7241098C5}" presName="sibTrans" presStyleCnt="0"/>
      <dgm:spPr/>
    </dgm:pt>
    <dgm:pt modelId="{2AEDD4F1-D68E-4F0A-B3BE-9A83B7BB918E}" type="pres">
      <dgm:prSet presAssocID="{B0653895-93C8-49C3-98FF-9450FE5D46F7}" presName="compNode" presStyleCnt="0"/>
      <dgm:spPr/>
    </dgm:pt>
    <dgm:pt modelId="{A86BC824-9C29-4321-8657-0430A81800B7}" type="pres">
      <dgm:prSet presAssocID="{B0653895-93C8-49C3-98FF-9450FE5D46F7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47641E0-8DA9-4F40-AB5C-5686C7C713A5}" type="pres">
      <dgm:prSet presAssocID="{B0653895-93C8-49C3-98FF-9450FE5D46F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erende"/>
        </a:ext>
      </dgm:extLst>
    </dgm:pt>
    <dgm:pt modelId="{A3BA41A2-48DB-48BA-9301-8A5C0611CF1F}" type="pres">
      <dgm:prSet presAssocID="{B0653895-93C8-49C3-98FF-9450FE5D46F7}" presName="spaceRect" presStyleCnt="0"/>
      <dgm:spPr/>
    </dgm:pt>
    <dgm:pt modelId="{8B9C48D9-F4C9-457E-B49E-BCA8BFAD7AD3}" type="pres">
      <dgm:prSet presAssocID="{B0653895-93C8-49C3-98FF-9450FE5D46F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3B6BD10-59A5-4870-8AC2-30DE53D8F0B2}" srcId="{B4923634-5E23-4D7B-8B6A-A289FC6628D2}" destId="{87A7810F-4884-4879-91DE-50148C5BCA4A}" srcOrd="1" destOrd="0" parTransId="{F15F1143-2E36-46B1-93EB-8E4C746C7D3B}" sibTransId="{BB67D5C3-381F-4183-883C-09D7241098C5}"/>
    <dgm:cxn modelId="{82FBC365-7093-4D3B-97D1-90F889F03CBB}" type="presOf" srcId="{87A7810F-4884-4879-91DE-50148C5BCA4A}" destId="{4C53BFDB-8C84-4BD7-ACD7-729C321D70C4}" srcOrd="0" destOrd="0" presId="urn:microsoft.com/office/officeart/2018/5/layout/IconLeafLabelList"/>
    <dgm:cxn modelId="{2F7C3E55-4E65-4CF5-B61A-B28EE5AB5ECF}" srcId="{B4923634-5E23-4D7B-8B6A-A289FC6628D2}" destId="{E1AC6ABB-9DC0-4A40-8AE0-9BE21AD014BA}" srcOrd="0" destOrd="0" parTransId="{31B03058-4787-4B2C-BB0C-A7012B8B1158}" sibTransId="{0F0331AD-DAFD-42C0-B2EE-64EC9420FDE5}"/>
    <dgm:cxn modelId="{AF95A698-948B-434A-B168-3FADFE324F59}" type="presOf" srcId="{B0653895-93C8-49C3-98FF-9450FE5D46F7}" destId="{8B9C48D9-F4C9-457E-B49E-BCA8BFAD7AD3}" srcOrd="0" destOrd="0" presId="urn:microsoft.com/office/officeart/2018/5/layout/IconLeafLabelList"/>
    <dgm:cxn modelId="{D0B7E4BE-AC5B-439D-9CB5-BB440AC7B038}" type="presOf" srcId="{B4923634-5E23-4D7B-8B6A-A289FC6628D2}" destId="{01C67C74-73AF-4A0D-AD6B-36B80F16CC1F}" srcOrd="0" destOrd="0" presId="urn:microsoft.com/office/officeart/2018/5/layout/IconLeafLabelList"/>
    <dgm:cxn modelId="{F350CCD8-E82E-42CA-9059-4F3CAB106250}" srcId="{B4923634-5E23-4D7B-8B6A-A289FC6628D2}" destId="{B0653895-93C8-49C3-98FF-9450FE5D46F7}" srcOrd="2" destOrd="0" parTransId="{E17D71A3-53BF-4FF9-90F9-657AEC685ECB}" sibTransId="{93887118-A562-4AE9-A9CA-4AD6B299C261}"/>
    <dgm:cxn modelId="{1887A4DB-6BAA-435A-807F-39C3CDD5553F}" type="presOf" srcId="{E1AC6ABB-9DC0-4A40-8AE0-9BE21AD014BA}" destId="{40C6E829-7C0E-438E-A8EB-126C5A8C427B}" srcOrd="0" destOrd="0" presId="urn:microsoft.com/office/officeart/2018/5/layout/IconLeafLabelList"/>
    <dgm:cxn modelId="{A218C1A8-FA01-4C8F-AB50-6D9CE313B623}" type="presParOf" srcId="{01C67C74-73AF-4A0D-AD6B-36B80F16CC1F}" destId="{075A37F3-E82C-488F-95B6-93413842B1DC}" srcOrd="0" destOrd="0" presId="urn:microsoft.com/office/officeart/2018/5/layout/IconLeafLabelList"/>
    <dgm:cxn modelId="{64962F95-0293-4A0C-BD11-D0F43E61C4ED}" type="presParOf" srcId="{075A37F3-E82C-488F-95B6-93413842B1DC}" destId="{932F4D09-4977-40AD-915D-F4DE19F6E9AC}" srcOrd="0" destOrd="0" presId="urn:microsoft.com/office/officeart/2018/5/layout/IconLeafLabelList"/>
    <dgm:cxn modelId="{342F0072-93F4-4A7F-B4FC-A810E1AEB73E}" type="presParOf" srcId="{075A37F3-E82C-488F-95B6-93413842B1DC}" destId="{B5D33EF5-D7B8-456E-B8C0-0A42118778B1}" srcOrd="1" destOrd="0" presId="urn:microsoft.com/office/officeart/2018/5/layout/IconLeafLabelList"/>
    <dgm:cxn modelId="{CA39BC88-2647-4A39-9CFA-41AC9198D7AE}" type="presParOf" srcId="{075A37F3-E82C-488F-95B6-93413842B1DC}" destId="{2E056FDE-FE75-4F7E-AD15-9DD00BAC104F}" srcOrd="2" destOrd="0" presId="urn:microsoft.com/office/officeart/2018/5/layout/IconLeafLabelList"/>
    <dgm:cxn modelId="{2EE41A1A-B196-4A34-8378-CE9893FA86C1}" type="presParOf" srcId="{075A37F3-E82C-488F-95B6-93413842B1DC}" destId="{40C6E829-7C0E-438E-A8EB-126C5A8C427B}" srcOrd="3" destOrd="0" presId="urn:microsoft.com/office/officeart/2018/5/layout/IconLeafLabelList"/>
    <dgm:cxn modelId="{5A02AE04-82EF-4589-ADF0-90144EA3DA05}" type="presParOf" srcId="{01C67C74-73AF-4A0D-AD6B-36B80F16CC1F}" destId="{84276BB4-BF93-43E1-B920-4D70206C1858}" srcOrd="1" destOrd="0" presId="urn:microsoft.com/office/officeart/2018/5/layout/IconLeafLabelList"/>
    <dgm:cxn modelId="{62AD573A-72CD-4C3C-8F26-B46D1B133E73}" type="presParOf" srcId="{01C67C74-73AF-4A0D-AD6B-36B80F16CC1F}" destId="{3364758F-3666-4C80-B8F6-27F0B68AF01F}" srcOrd="2" destOrd="0" presId="urn:microsoft.com/office/officeart/2018/5/layout/IconLeafLabelList"/>
    <dgm:cxn modelId="{079C1E87-D2E1-4523-9800-24463605D65D}" type="presParOf" srcId="{3364758F-3666-4C80-B8F6-27F0B68AF01F}" destId="{34001E84-B494-4CB3-84C6-BED591541F8C}" srcOrd="0" destOrd="0" presId="urn:microsoft.com/office/officeart/2018/5/layout/IconLeafLabelList"/>
    <dgm:cxn modelId="{49C31B7B-FA79-4449-9A39-C7C596F5A941}" type="presParOf" srcId="{3364758F-3666-4C80-B8F6-27F0B68AF01F}" destId="{6ED7988C-ADA6-409A-AADF-AE7E72CE4E0F}" srcOrd="1" destOrd="0" presId="urn:microsoft.com/office/officeart/2018/5/layout/IconLeafLabelList"/>
    <dgm:cxn modelId="{BB88BF48-A1BA-4AF9-BB9A-A3E8336B6794}" type="presParOf" srcId="{3364758F-3666-4C80-B8F6-27F0B68AF01F}" destId="{8665970F-62B8-4BF1-8A32-3681723BFCA5}" srcOrd="2" destOrd="0" presId="urn:microsoft.com/office/officeart/2018/5/layout/IconLeafLabelList"/>
    <dgm:cxn modelId="{C104CF80-E6FD-4AF3-9625-088448EB2190}" type="presParOf" srcId="{3364758F-3666-4C80-B8F6-27F0B68AF01F}" destId="{4C53BFDB-8C84-4BD7-ACD7-729C321D70C4}" srcOrd="3" destOrd="0" presId="urn:microsoft.com/office/officeart/2018/5/layout/IconLeafLabelList"/>
    <dgm:cxn modelId="{50D0E367-4033-45FD-BC31-1B90729D9BA6}" type="presParOf" srcId="{01C67C74-73AF-4A0D-AD6B-36B80F16CC1F}" destId="{810697BF-38FA-40ED-A509-892F5CC23F43}" srcOrd="3" destOrd="0" presId="urn:microsoft.com/office/officeart/2018/5/layout/IconLeafLabelList"/>
    <dgm:cxn modelId="{C762E426-D231-4B39-8440-87628F827D26}" type="presParOf" srcId="{01C67C74-73AF-4A0D-AD6B-36B80F16CC1F}" destId="{2AEDD4F1-D68E-4F0A-B3BE-9A83B7BB918E}" srcOrd="4" destOrd="0" presId="urn:microsoft.com/office/officeart/2018/5/layout/IconLeafLabelList"/>
    <dgm:cxn modelId="{6535DCB1-1A6E-4144-B593-1913F3775E5A}" type="presParOf" srcId="{2AEDD4F1-D68E-4F0A-B3BE-9A83B7BB918E}" destId="{A86BC824-9C29-4321-8657-0430A81800B7}" srcOrd="0" destOrd="0" presId="urn:microsoft.com/office/officeart/2018/5/layout/IconLeafLabelList"/>
    <dgm:cxn modelId="{CA60AD99-B5D6-4472-9771-F55EE1A8B562}" type="presParOf" srcId="{2AEDD4F1-D68E-4F0A-B3BE-9A83B7BB918E}" destId="{647641E0-8DA9-4F40-AB5C-5686C7C713A5}" srcOrd="1" destOrd="0" presId="urn:microsoft.com/office/officeart/2018/5/layout/IconLeafLabelList"/>
    <dgm:cxn modelId="{47E5DD65-E795-45E5-827A-66EC44727115}" type="presParOf" srcId="{2AEDD4F1-D68E-4F0A-B3BE-9A83B7BB918E}" destId="{A3BA41A2-48DB-48BA-9301-8A5C0611CF1F}" srcOrd="2" destOrd="0" presId="urn:microsoft.com/office/officeart/2018/5/layout/IconLeafLabelList"/>
    <dgm:cxn modelId="{52A4FB8C-DC20-45E4-8747-F9DDF78A9283}" type="presParOf" srcId="{2AEDD4F1-D68E-4F0A-B3BE-9A83B7BB918E}" destId="{8B9C48D9-F4C9-457E-B49E-BCA8BFAD7AD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C9FF177-7B3C-4401-9BC1-FC2A7437A3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EBCEA6A-E2B7-40C4-957D-F3CF120AE64C}">
      <dgm:prSet/>
      <dgm:spPr/>
      <dgm:t>
        <a:bodyPr/>
        <a:lstStyle/>
        <a:p>
          <a:r>
            <a:rPr lang="en-US"/>
            <a:t>• Skriv en e-post med hjelp fra AI:</a:t>
          </a:r>
        </a:p>
      </dgm:t>
    </dgm:pt>
    <dgm:pt modelId="{8542D6E0-C140-4CBB-B0CD-BCC02B733129}" type="parTrans" cxnId="{3909A0B6-CAAC-4D25-944D-16E46B292553}">
      <dgm:prSet/>
      <dgm:spPr/>
      <dgm:t>
        <a:bodyPr/>
        <a:lstStyle/>
        <a:p>
          <a:endParaRPr lang="en-US"/>
        </a:p>
      </dgm:t>
    </dgm:pt>
    <dgm:pt modelId="{158F00F7-88DE-4EAF-B1B6-1D371D7715E7}" type="sibTrans" cxnId="{3909A0B6-CAAC-4D25-944D-16E46B292553}">
      <dgm:prSet/>
      <dgm:spPr/>
      <dgm:t>
        <a:bodyPr/>
        <a:lstStyle/>
        <a:p>
          <a:endParaRPr lang="en-US"/>
        </a:p>
      </dgm:t>
    </dgm:pt>
    <dgm:pt modelId="{46B22C2E-4832-4635-8645-66DBB4A93B0A}">
      <dgm:prSet/>
      <dgm:spPr/>
      <dgm:t>
        <a:bodyPr/>
        <a:lstStyle/>
        <a:p>
          <a:r>
            <a:rPr lang="en-US"/>
            <a:t>• Takk for et møte, foreslå neste steg</a:t>
          </a:r>
        </a:p>
      </dgm:t>
    </dgm:pt>
    <dgm:pt modelId="{943CA1BC-2F6C-4F4D-9BDC-C37C87DB1B01}" type="parTrans" cxnId="{4A0BE200-F17F-44E6-B7F0-6B9F726A2D33}">
      <dgm:prSet/>
      <dgm:spPr/>
      <dgm:t>
        <a:bodyPr/>
        <a:lstStyle/>
        <a:p>
          <a:endParaRPr lang="en-US"/>
        </a:p>
      </dgm:t>
    </dgm:pt>
    <dgm:pt modelId="{E34CEDE1-3AF9-42F6-AC5C-24391DC8F935}" type="sibTrans" cxnId="{4A0BE200-F17F-44E6-B7F0-6B9F726A2D33}">
      <dgm:prSet/>
      <dgm:spPr/>
      <dgm:t>
        <a:bodyPr/>
        <a:lstStyle/>
        <a:p>
          <a:endParaRPr lang="en-US"/>
        </a:p>
      </dgm:t>
    </dgm:pt>
    <dgm:pt modelId="{02CA42D9-2D4E-47E4-960D-C7AD86A858FD}">
      <dgm:prSet/>
      <dgm:spPr/>
      <dgm:t>
        <a:bodyPr/>
        <a:lstStyle/>
        <a:p>
          <a:r>
            <a:rPr lang="en-US"/>
            <a:t>• Gi AI noen punkter og ønsket tone</a:t>
          </a:r>
        </a:p>
      </dgm:t>
    </dgm:pt>
    <dgm:pt modelId="{498A4474-4538-48BB-836E-02B28CFD107E}" type="parTrans" cxnId="{566C2C0E-A676-48CB-B586-B41EAFE04B7B}">
      <dgm:prSet/>
      <dgm:spPr/>
      <dgm:t>
        <a:bodyPr/>
        <a:lstStyle/>
        <a:p>
          <a:endParaRPr lang="en-US"/>
        </a:p>
      </dgm:t>
    </dgm:pt>
    <dgm:pt modelId="{E6176635-3C70-4082-9D8E-9361A1F78881}" type="sibTrans" cxnId="{566C2C0E-A676-48CB-B586-B41EAFE04B7B}">
      <dgm:prSet/>
      <dgm:spPr/>
      <dgm:t>
        <a:bodyPr/>
        <a:lstStyle/>
        <a:p>
          <a:endParaRPr lang="en-US"/>
        </a:p>
      </dgm:t>
    </dgm:pt>
    <dgm:pt modelId="{13F57DFD-942D-4559-BDC0-7AB272475877}" type="pres">
      <dgm:prSet presAssocID="{5C9FF177-7B3C-4401-9BC1-FC2A7437A37B}" presName="root" presStyleCnt="0">
        <dgm:presLayoutVars>
          <dgm:dir/>
          <dgm:resizeHandles val="exact"/>
        </dgm:presLayoutVars>
      </dgm:prSet>
      <dgm:spPr/>
    </dgm:pt>
    <dgm:pt modelId="{D3C68778-DD5F-40CC-9DF3-D77B102F1807}" type="pres">
      <dgm:prSet presAssocID="{7EBCEA6A-E2B7-40C4-957D-F3CF120AE64C}" presName="compNode" presStyleCnt="0"/>
      <dgm:spPr/>
    </dgm:pt>
    <dgm:pt modelId="{D663199D-79E2-408F-A6FD-B1D055D2AAC6}" type="pres">
      <dgm:prSet presAssocID="{7EBCEA6A-E2B7-40C4-957D-F3CF120AE64C}" presName="bgRect" presStyleLbl="bgShp" presStyleIdx="0" presStyleCnt="3"/>
      <dgm:spPr/>
    </dgm:pt>
    <dgm:pt modelId="{61564D8B-AEAB-4452-8894-C7C1AE43C082}" type="pres">
      <dgm:prSet presAssocID="{7EBCEA6A-E2B7-40C4-957D-F3CF120AE64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er"/>
        </a:ext>
      </dgm:extLst>
    </dgm:pt>
    <dgm:pt modelId="{47EF17A3-EAA3-453E-97AB-DCEC0DA08A7F}" type="pres">
      <dgm:prSet presAssocID="{7EBCEA6A-E2B7-40C4-957D-F3CF120AE64C}" presName="spaceRect" presStyleCnt="0"/>
      <dgm:spPr/>
    </dgm:pt>
    <dgm:pt modelId="{ACD6A7BF-BE4E-4906-858F-6E73145B8C94}" type="pres">
      <dgm:prSet presAssocID="{7EBCEA6A-E2B7-40C4-957D-F3CF120AE64C}" presName="parTx" presStyleLbl="revTx" presStyleIdx="0" presStyleCnt="3">
        <dgm:presLayoutVars>
          <dgm:chMax val="0"/>
          <dgm:chPref val="0"/>
        </dgm:presLayoutVars>
      </dgm:prSet>
      <dgm:spPr/>
    </dgm:pt>
    <dgm:pt modelId="{43725EAF-C1A4-4B58-A547-41971C10BFE7}" type="pres">
      <dgm:prSet presAssocID="{158F00F7-88DE-4EAF-B1B6-1D371D7715E7}" presName="sibTrans" presStyleCnt="0"/>
      <dgm:spPr/>
    </dgm:pt>
    <dgm:pt modelId="{0F9B53E7-4D5E-4FE3-A0C9-6CD942EA1B56}" type="pres">
      <dgm:prSet presAssocID="{46B22C2E-4832-4635-8645-66DBB4A93B0A}" presName="compNode" presStyleCnt="0"/>
      <dgm:spPr/>
    </dgm:pt>
    <dgm:pt modelId="{9236168D-EB40-4D6A-9360-6C9ACF7054D4}" type="pres">
      <dgm:prSet presAssocID="{46B22C2E-4832-4635-8645-66DBB4A93B0A}" presName="bgRect" presStyleLbl="bgShp" presStyleIdx="1" presStyleCnt="3"/>
      <dgm:spPr/>
    </dgm:pt>
    <dgm:pt modelId="{69C10ACB-4A22-411A-9212-A02622793003}" type="pres">
      <dgm:prSet presAssocID="{46B22C2E-4832-4635-8645-66DBB4A93B0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åndtrykk"/>
        </a:ext>
      </dgm:extLst>
    </dgm:pt>
    <dgm:pt modelId="{5C9A2E65-4AE5-4341-8E43-7CAEAF8104AE}" type="pres">
      <dgm:prSet presAssocID="{46B22C2E-4832-4635-8645-66DBB4A93B0A}" presName="spaceRect" presStyleCnt="0"/>
      <dgm:spPr/>
    </dgm:pt>
    <dgm:pt modelId="{44B4F1DB-DF12-4A82-96F3-07FF6B74497C}" type="pres">
      <dgm:prSet presAssocID="{46B22C2E-4832-4635-8645-66DBB4A93B0A}" presName="parTx" presStyleLbl="revTx" presStyleIdx="1" presStyleCnt="3">
        <dgm:presLayoutVars>
          <dgm:chMax val="0"/>
          <dgm:chPref val="0"/>
        </dgm:presLayoutVars>
      </dgm:prSet>
      <dgm:spPr/>
    </dgm:pt>
    <dgm:pt modelId="{5EA2E6BA-6CA7-4191-9680-30D004B73DFC}" type="pres">
      <dgm:prSet presAssocID="{E34CEDE1-3AF9-42F6-AC5C-24391DC8F935}" presName="sibTrans" presStyleCnt="0"/>
      <dgm:spPr/>
    </dgm:pt>
    <dgm:pt modelId="{AEB85FAE-44AF-4843-8F8C-52820C2EAE90}" type="pres">
      <dgm:prSet presAssocID="{02CA42D9-2D4E-47E4-960D-C7AD86A858FD}" presName="compNode" presStyleCnt="0"/>
      <dgm:spPr/>
    </dgm:pt>
    <dgm:pt modelId="{8A57688C-FB48-4AF5-8319-8EB46C639BC0}" type="pres">
      <dgm:prSet presAssocID="{02CA42D9-2D4E-47E4-960D-C7AD86A858FD}" presName="bgRect" presStyleLbl="bgShp" presStyleIdx="2" presStyleCnt="3"/>
      <dgm:spPr/>
    </dgm:pt>
    <dgm:pt modelId="{555CA28E-7972-4E5F-B21A-7817B668821B}" type="pres">
      <dgm:prSet presAssocID="{02CA42D9-2D4E-47E4-960D-C7AD86A858F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nge"/>
        </a:ext>
      </dgm:extLst>
    </dgm:pt>
    <dgm:pt modelId="{6E0480F7-EA38-4480-81A8-14EA7104F127}" type="pres">
      <dgm:prSet presAssocID="{02CA42D9-2D4E-47E4-960D-C7AD86A858FD}" presName="spaceRect" presStyleCnt="0"/>
      <dgm:spPr/>
    </dgm:pt>
    <dgm:pt modelId="{BAF83A18-189E-4AE0-8106-8584453508A4}" type="pres">
      <dgm:prSet presAssocID="{02CA42D9-2D4E-47E4-960D-C7AD86A858F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A0BE200-F17F-44E6-B7F0-6B9F726A2D33}" srcId="{5C9FF177-7B3C-4401-9BC1-FC2A7437A37B}" destId="{46B22C2E-4832-4635-8645-66DBB4A93B0A}" srcOrd="1" destOrd="0" parTransId="{943CA1BC-2F6C-4F4D-9BDC-C37C87DB1B01}" sibTransId="{E34CEDE1-3AF9-42F6-AC5C-24391DC8F935}"/>
    <dgm:cxn modelId="{6C83C20D-9B6B-46BE-81E1-CB5B2C602054}" type="presOf" srcId="{46B22C2E-4832-4635-8645-66DBB4A93B0A}" destId="{44B4F1DB-DF12-4A82-96F3-07FF6B74497C}" srcOrd="0" destOrd="0" presId="urn:microsoft.com/office/officeart/2018/2/layout/IconVerticalSolidList"/>
    <dgm:cxn modelId="{566C2C0E-A676-48CB-B586-B41EAFE04B7B}" srcId="{5C9FF177-7B3C-4401-9BC1-FC2A7437A37B}" destId="{02CA42D9-2D4E-47E4-960D-C7AD86A858FD}" srcOrd="2" destOrd="0" parTransId="{498A4474-4538-48BB-836E-02B28CFD107E}" sibTransId="{E6176635-3C70-4082-9D8E-9361A1F78881}"/>
    <dgm:cxn modelId="{3909A0B6-CAAC-4D25-944D-16E46B292553}" srcId="{5C9FF177-7B3C-4401-9BC1-FC2A7437A37B}" destId="{7EBCEA6A-E2B7-40C4-957D-F3CF120AE64C}" srcOrd="0" destOrd="0" parTransId="{8542D6E0-C140-4CBB-B0CD-BCC02B733129}" sibTransId="{158F00F7-88DE-4EAF-B1B6-1D371D7715E7}"/>
    <dgm:cxn modelId="{B406D4BE-8CDE-46FD-98CD-4C6F3D538EB9}" type="presOf" srcId="{02CA42D9-2D4E-47E4-960D-C7AD86A858FD}" destId="{BAF83A18-189E-4AE0-8106-8584453508A4}" srcOrd="0" destOrd="0" presId="urn:microsoft.com/office/officeart/2018/2/layout/IconVerticalSolidList"/>
    <dgm:cxn modelId="{0DF9DBCA-DB9F-4127-9228-44BE206B829F}" type="presOf" srcId="{7EBCEA6A-E2B7-40C4-957D-F3CF120AE64C}" destId="{ACD6A7BF-BE4E-4906-858F-6E73145B8C94}" srcOrd="0" destOrd="0" presId="urn:microsoft.com/office/officeart/2018/2/layout/IconVerticalSolidList"/>
    <dgm:cxn modelId="{E6FF0FF6-9662-4D4F-8D0C-461BC2295491}" type="presOf" srcId="{5C9FF177-7B3C-4401-9BC1-FC2A7437A37B}" destId="{13F57DFD-942D-4559-BDC0-7AB272475877}" srcOrd="0" destOrd="0" presId="urn:microsoft.com/office/officeart/2018/2/layout/IconVerticalSolidList"/>
    <dgm:cxn modelId="{8BB31F84-EF1E-496A-A9CE-A50903B761CC}" type="presParOf" srcId="{13F57DFD-942D-4559-BDC0-7AB272475877}" destId="{D3C68778-DD5F-40CC-9DF3-D77B102F1807}" srcOrd="0" destOrd="0" presId="urn:microsoft.com/office/officeart/2018/2/layout/IconVerticalSolidList"/>
    <dgm:cxn modelId="{5F9ECBFC-57E5-4064-A87B-9E82D865EEAC}" type="presParOf" srcId="{D3C68778-DD5F-40CC-9DF3-D77B102F1807}" destId="{D663199D-79E2-408F-A6FD-B1D055D2AAC6}" srcOrd="0" destOrd="0" presId="urn:microsoft.com/office/officeart/2018/2/layout/IconVerticalSolidList"/>
    <dgm:cxn modelId="{A58F3C13-1013-4ACD-8953-6B0CC46D59B3}" type="presParOf" srcId="{D3C68778-DD5F-40CC-9DF3-D77B102F1807}" destId="{61564D8B-AEAB-4452-8894-C7C1AE43C082}" srcOrd="1" destOrd="0" presId="urn:microsoft.com/office/officeart/2018/2/layout/IconVerticalSolidList"/>
    <dgm:cxn modelId="{C79A9942-201D-47BE-BFB2-18DC4047A383}" type="presParOf" srcId="{D3C68778-DD5F-40CC-9DF3-D77B102F1807}" destId="{47EF17A3-EAA3-453E-97AB-DCEC0DA08A7F}" srcOrd="2" destOrd="0" presId="urn:microsoft.com/office/officeart/2018/2/layout/IconVerticalSolidList"/>
    <dgm:cxn modelId="{D6B451FC-1D3C-4F33-8335-99229E868139}" type="presParOf" srcId="{D3C68778-DD5F-40CC-9DF3-D77B102F1807}" destId="{ACD6A7BF-BE4E-4906-858F-6E73145B8C94}" srcOrd="3" destOrd="0" presId="urn:microsoft.com/office/officeart/2018/2/layout/IconVerticalSolidList"/>
    <dgm:cxn modelId="{2082B502-9110-4189-A39F-2AB643C305D5}" type="presParOf" srcId="{13F57DFD-942D-4559-BDC0-7AB272475877}" destId="{43725EAF-C1A4-4B58-A547-41971C10BFE7}" srcOrd="1" destOrd="0" presId="urn:microsoft.com/office/officeart/2018/2/layout/IconVerticalSolidList"/>
    <dgm:cxn modelId="{7F28A1B1-770E-4229-932F-9F702BE964C5}" type="presParOf" srcId="{13F57DFD-942D-4559-BDC0-7AB272475877}" destId="{0F9B53E7-4D5E-4FE3-A0C9-6CD942EA1B56}" srcOrd="2" destOrd="0" presId="urn:microsoft.com/office/officeart/2018/2/layout/IconVerticalSolidList"/>
    <dgm:cxn modelId="{B3A43044-EFC4-4B03-AEFB-3FBF60BE47F6}" type="presParOf" srcId="{0F9B53E7-4D5E-4FE3-A0C9-6CD942EA1B56}" destId="{9236168D-EB40-4D6A-9360-6C9ACF7054D4}" srcOrd="0" destOrd="0" presId="urn:microsoft.com/office/officeart/2018/2/layout/IconVerticalSolidList"/>
    <dgm:cxn modelId="{AD6BF112-12A4-44E7-A570-9354ECC0C2C4}" type="presParOf" srcId="{0F9B53E7-4D5E-4FE3-A0C9-6CD942EA1B56}" destId="{69C10ACB-4A22-411A-9212-A02622793003}" srcOrd="1" destOrd="0" presId="urn:microsoft.com/office/officeart/2018/2/layout/IconVerticalSolidList"/>
    <dgm:cxn modelId="{9579AAEF-8F05-4B65-9756-426F646461AC}" type="presParOf" srcId="{0F9B53E7-4D5E-4FE3-A0C9-6CD942EA1B56}" destId="{5C9A2E65-4AE5-4341-8E43-7CAEAF8104AE}" srcOrd="2" destOrd="0" presId="urn:microsoft.com/office/officeart/2018/2/layout/IconVerticalSolidList"/>
    <dgm:cxn modelId="{D8BF0DC7-BA0B-42C8-9AF6-50B5F7F56053}" type="presParOf" srcId="{0F9B53E7-4D5E-4FE3-A0C9-6CD942EA1B56}" destId="{44B4F1DB-DF12-4A82-96F3-07FF6B74497C}" srcOrd="3" destOrd="0" presId="urn:microsoft.com/office/officeart/2018/2/layout/IconVerticalSolidList"/>
    <dgm:cxn modelId="{C8AFE45C-6376-45D0-9A00-6429BDD7E6C5}" type="presParOf" srcId="{13F57DFD-942D-4559-BDC0-7AB272475877}" destId="{5EA2E6BA-6CA7-4191-9680-30D004B73DFC}" srcOrd="3" destOrd="0" presId="urn:microsoft.com/office/officeart/2018/2/layout/IconVerticalSolidList"/>
    <dgm:cxn modelId="{D13F8E7A-8392-4C06-A0A8-CA31587A4926}" type="presParOf" srcId="{13F57DFD-942D-4559-BDC0-7AB272475877}" destId="{AEB85FAE-44AF-4843-8F8C-52820C2EAE90}" srcOrd="4" destOrd="0" presId="urn:microsoft.com/office/officeart/2018/2/layout/IconVerticalSolidList"/>
    <dgm:cxn modelId="{C09CA914-50F2-4717-86D5-5F6FEE683957}" type="presParOf" srcId="{AEB85FAE-44AF-4843-8F8C-52820C2EAE90}" destId="{8A57688C-FB48-4AF5-8319-8EB46C639BC0}" srcOrd="0" destOrd="0" presId="urn:microsoft.com/office/officeart/2018/2/layout/IconVerticalSolidList"/>
    <dgm:cxn modelId="{D615B36C-9430-4CA2-8F39-386D3E172B13}" type="presParOf" srcId="{AEB85FAE-44AF-4843-8F8C-52820C2EAE90}" destId="{555CA28E-7972-4E5F-B21A-7817B668821B}" srcOrd="1" destOrd="0" presId="urn:microsoft.com/office/officeart/2018/2/layout/IconVerticalSolidList"/>
    <dgm:cxn modelId="{82E2723D-B1B3-4FC2-85F6-BCB84F1601EF}" type="presParOf" srcId="{AEB85FAE-44AF-4843-8F8C-52820C2EAE90}" destId="{6E0480F7-EA38-4480-81A8-14EA7104F127}" srcOrd="2" destOrd="0" presId="urn:microsoft.com/office/officeart/2018/2/layout/IconVerticalSolidList"/>
    <dgm:cxn modelId="{F41D044A-20C9-4DBC-8868-5B72836F9BD5}" type="presParOf" srcId="{AEB85FAE-44AF-4843-8F8C-52820C2EAE90}" destId="{BAF83A18-189E-4AE0-8106-8584453508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F8850C7-9C79-4633-B7A4-0BA7744BC6D2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3660AE6-83D2-46FE-8848-9345B9503D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Opprette ukeplaner og daglige lister</a:t>
          </a:r>
          <a:endParaRPr lang="en-US"/>
        </a:p>
      </dgm:t>
    </dgm:pt>
    <dgm:pt modelId="{25215D46-E78C-4714-9656-E0C56EDFDC06}" type="parTrans" cxnId="{D04800F4-D679-4389-BB90-6475CC1F7008}">
      <dgm:prSet/>
      <dgm:spPr/>
      <dgm:t>
        <a:bodyPr/>
        <a:lstStyle/>
        <a:p>
          <a:endParaRPr lang="en-US"/>
        </a:p>
      </dgm:t>
    </dgm:pt>
    <dgm:pt modelId="{B1CD6DBE-0583-415A-8DA8-95A8E9FECA31}" type="sibTrans" cxnId="{D04800F4-D679-4389-BB90-6475CC1F7008}">
      <dgm:prSet/>
      <dgm:spPr/>
      <dgm:t>
        <a:bodyPr/>
        <a:lstStyle/>
        <a:p>
          <a:endParaRPr lang="en-US"/>
        </a:p>
      </dgm:t>
    </dgm:pt>
    <dgm:pt modelId="{5C81C0F0-6ABA-4B47-8751-771FA588DD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Forberede og oppsummere møter</a:t>
          </a:r>
          <a:endParaRPr lang="en-US"/>
        </a:p>
      </dgm:t>
    </dgm:pt>
    <dgm:pt modelId="{573D1380-6F4A-4187-BCF1-96D29F346508}" type="parTrans" cxnId="{4D8869E8-9C25-41BB-86EF-4A72524732D7}">
      <dgm:prSet/>
      <dgm:spPr/>
      <dgm:t>
        <a:bodyPr/>
        <a:lstStyle/>
        <a:p>
          <a:endParaRPr lang="en-US"/>
        </a:p>
      </dgm:t>
    </dgm:pt>
    <dgm:pt modelId="{BCF370B2-C649-4829-8737-AE5EBA917A38}" type="sibTrans" cxnId="{4D8869E8-9C25-41BB-86EF-4A72524732D7}">
      <dgm:prSet/>
      <dgm:spPr/>
      <dgm:t>
        <a:bodyPr/>
        <a:lstStyle/>
        <a:p>
          <a:endParaRPr lang="en-US"/>
        </a:p>
      </dgm:t>
    </dgm:pt>
    <dgm:pt modelId="{B02598CF-6314-4F4C-82F5-27584859EB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Foreslå tidsbruk eller prioriteringer</a:t>
          </a:r>
          <a:endParaRPr lang="en-US"/>
        </a:p>
      </dgm:t>
    </dgm:pt>
    <dgm:pt modelId="{1A16C388-7DC9-4384-A007-15E0447AA03E}" type="parTrans" cxnId="{1B7C65BF-825E-49F8-9D23-C94671AB419E}">
      <dgm:prSet/>
      <dgm:spPr/>
      <dgm:t>
        <a:bodyPr/>
        <a:lstStyle/>
        <a:p>
          <a:endParaRPr lang="en-US"/>
        </a:p>
      </dgm:t>
    </dgm:pt>
    <dgm:pt modelId="{0922291F-4DF6-4A14-A41E-CF05F421C643}" type="sibTrans" cxnId="{1B7C65BF-825E-49F8-9D23-C94671AB419E}">
      <dgm:prSet/>
      <dgm:spPr/>
      <dgm:t>
        <a:bodyPr/>
        <a:lstStyle/>
        <a:p>
          <a:endParaRPr lang="en-US"/>
        </a:p>
      </dgm:t>
    </dgm:pt>
    <dgm:pt modelId="{139346A4-545F-4F5F-BD47-2EE8052C742B}" type="pres">
      <dgm:prSet presAssocID="{2F8850C7-9C79-4633-B7A4-0BA7744BC6D2}" presName="vert0" presStyleCnt="0">
        <dgm:presLayoutVars>
          <dgm:dir/>
          <dgm:animOne val="branch"/>
          <dgm:animLvl val="lvl"/>
        </dgm:presLayoutVars>
      </dgm:prSet>
      <dgm:spPr/>
    </dgm:pt>
    <dgm:pt modelId="{1B1AE0CA-E5E4-45E0-9927-8B91E47B7315}" type="pres">
      <dgm:prSet presAssocID="{33660AE6-83D2-46FE-8848-9345B9503D48}" presName="thickLine" presStyleLbl="alignNode1" presStyleIdx="0" presStyleCnt="3"/>
      <dgm:spPr/>
    </dgm:pt>
    <dgm:pt modelId="{A18C4EE3-3318-48F6-AB72-6BECF1BB348A}" type="pres">
      <dgm:prSet presAssocID="{33660AE6-83D2-46FE-8848-9345B9503D48}" presName="horz1" presStyleCnt="0"/>
      <dgm:spPr/>
    </dgm:pt>
    <dgm:pt modelId="{2F58B88C-E236-4AA5-B7B2-4241BDC0D44D}" type="pres">
      <dgm:prSet presAssocID="{33660AE6-83D2-46FE-8848-9345B9503D48}" presName="tx1" presStyleLbl="revTx" presStyleIdx="0" presStyleCnt="3"/>
      <dgm:spPr/>
    </dgm:pt>
    <dgm:pt modelId="{1F80FB1B-12A9-440B-A5AC-52F1CE882298}" type="pres">
      <dgm:prSet presAssocID="{33660AE6-83D2-46FE-8848-9345B9503D48}" presName="vert1" presStyleCnt="0"/>
      <dgm:spPr/>
    </dgm:pt>
    <dgm:pt modelId="{E746BA8F-F8F2-4235-BE9D-94E271DDD753}" type="pres">
      <dgm:prSet presAssocID="{5C81C0F0-6ABA-4B47-8751-771FA588DDD1}" presName="thickLine" presStyleLbl="alignNode1" presStyleIdx="1" presStyleCnt="3"/>
      <dgm:spPr/>
    </dgm:pt>
    <dgm:pt modelId="{BDA315C0-28B1-4798-9192-02FF36F82D64}" type="pres">
      <dgm:prSet presAssocID="{5C81C0F0-6ABA-4B47-8751-771FA588DDD1}" presName="horz1" presStyleCnt="0"/>
      <dgm:spPr/>
    </dgm:pt>
    <dgm:pt modelId="{40BB1055-4FD4-4C00-8C98-94A36A3A2818}" type="pres">
      <dgm:prSet presAssocID="{5C81C0F0-6ABA-4B47-8751-771FA588DDD1}" presName="tx1" presStyleLbl="revTx" presStyleIdx="1" presStyleCnt="3"/>
      <dgm:spPr/>
    </dgm:pt>
    <dgm:pt modelId="{756C578D-5AF6-433C-B208-B63C27F840B2}" type="pres">
      <dgm:prSet presAssocID="{5C81C0F0-6ABA-4B47-8751-771FA588DDD1}" presName="vert1" presStyleCnt="0"/>
      <dgm:spPr/>
    </dgm:pt>
    <dgm:pt modelId="{237EE050-3AD5-47E8-9CF6-970D576CB602}" type="pres">
      <dgm:prSet presAssocID="{B02598CF-6314-4F4C-82F5-27584859EBEA}" presName="thickLine" presStyleLbl="alignNode1" presStyleIdx="2" presStyleCnt="3"/>
      <dgm:spPr/>
    </dgm:pt>
    <dgm:pt modelId="{04427FE7-9D9A-46E7-BDD1-E41A55F7C139}" type="pres">
      <dgm:prSet presAssocID="{B02598CF-6314-4F4C-82F5-27584859EBEA}" presName="horz1" presStyleCnt="0"/>
      <dgm:spPr/>
    </dgm:pt>
    <dgm:pt modelId="{C79E8738-6F5E-4AE1-BDF2-2FDC41B74AB7}" type="pres">
      <dgm:prSet presAssocID="{B02598CF-6314-4F4C-82F5-27584859EBEA}" presName="tx1" presStyleLbl="revTx" presStyleIdx="2" presStyleCnt="3"/>
      <dgm:spPr/>
    </dgm:pt>
    <dgm:pt modelId="{5509B60F-EF80-4801-8C89-37224D55FAFD}" type="pres">
      <dgm:prSet presAssocID="{B02598CF-6314-4F4C-82F5-27584859EBEA}" presName="vert1" presStyleCnt="0"/>
      <dgm:spPr/>
    </dgm:pt>
  </dgm:ptLst>
  <dgm:cxnLst>
    <dgm:cxn modelId="{135A5225-3495-47A4-BCFF-3CB21FB4FC61}" type="presOf" srcId="{33660AE6-83D2-46FE-8848-9345B9503D48}" destId="{2F58B88C-E236-4AA5-B7B2-4241BDC0D44D}" srcOrd="0" destOrd="0" presId="urn:microsoft.com/office/officeart/2008/layout/LinedList"/>
    <dgm:cxn modelId="{454C037A-5936-4219-B1E4-50FF3672CF92}" type="presOf" srcId="{B02598CF-6314-4F4C-82F5-27584859EBEA}" destId="{C79E8738-6F5E-4AE1-BDF2-2FDC41B74AB7}" srcOrd="0" destOrd="0" presId="urn:microsoft.com/office/officeart/2008/layout/LinedList"/>
    <dgm:cxn modelId="{1B7C65BF-825E-49F8-9D23-C94671AB419E}" srcId="{2F8850C7-9C79-4633-B7A4-0BA7744BC6D2}" destId="{B02598CF-6314-4F4C-82F5-27584859EBEA}" srcOrd="2" destOrd="0" parTransId="{1A16C388-7DC9-4384-A007-15E0447AA03E}" sibTransId="{0922291F-4DF6-4A14-A41E-CF05F421C643}"/>
    <dgm:cxn modelId="{0586E6D7-93C5-405C-A4A8-C91DD499DB99}" type="presOf" srcId="{2F8850C7-9C79-4633-B7A4-0BA7744BC6D2}" destId="{139346A4-545F-4F5F-BD47-2EE8052C742B}" srcOrd="0" destOrd="0" presId="urn:microsoft.com/office/officeart/2008/layout/LinedList"/>
    <dgm:cxn modelId="{915181DC-1C3E-47C0-87A6-4561CFBA6844}" type="presOf" srcId="{5C81C0F0-6ABA-4B47-8751-771FA588DDD1}" destId="{40BB1055-4FD4-4C00-8C98-94A36A3A2818}" srcOrd="0" destOrd="0" presId="urn:microsoft.com/office/officeart/2008/layout/LinedList"/>
    <dgm:cxn modelId="{4D8869E8-9C25-41BB-86EF-4A72524732D7}" srcId="{2F8850C7-9C79-4633-B7A4-0BA7744BC6D2}" destId="{5C81C0F0-6ABA-4B47-8751-771FA588DDD1}" srcOrd="1" destOrd="0" parTransId="{573D1380-6F4A-4187-BCF1-96D29F346508}" sibTransId="{BCF370B2-C649-4829-8737-AE5EBA917A38}"/>
    <dgm:cxn modelId="{D04800F4-D679-4389-BB90-6475CC1F7008}" srcId="{2F8850C7-9C79-4633-B7A4-0BA7744BC6D2}" destId="{33660AE6-83D2-46FE-8848-9345B9503D48}" srcOrd="0" destOrd="0" parTransId="{25215D46-E78C-4714-9656-E0C56EDFDC06}" sibTransId="{B1CD6DBE-0583-415A-8DA8-95A8E9FECA31}"/>
    <dgm:cxn modelId="{02A6F6C4-F81A-471F-8300-4B8D21612111}" type="presParOf" srcId="{139346A4-545F-4F5F-BD47-2EE8052C742B}" destId="{1B1AE0CA-E5E4-45E0-9927-8B91E47B7315}" srcOrd="0" destOrd="0" presId="urn:microsoft.com/office/officeart/2008/layout/LinedList"/>
    <dgm:cxn modelId="{F1AC2241-04DF-4E33-9202-E61C1376B2B2}" type="presParOf" srcId="{139346A4-545F-4F5F-BD47-2EE8052C742B}" destId="{A18C4EE3-3318-48F6-AB72-6BECF1BB348A}" srcOrd="1" destOrd="0" presId="urn:microsoft.com/office/officeart/2008/layout/LinedList"/>
    <dgm:cxn modelId="{C89C4232-96E6-4468-A861-C6AAFAD019F5}" type="presParOf" srcId="{A18C4EE3-3318-48F6-AB72-6BECF1BB348A}" destId="{2F58B88C-E236-4AA5-B7B2-4241BDC0D44D}" srcOrd="0" destOrd="0" presId="urn:microsoft.com/office/officeart/2008/layout/LinedList"/>
    <dgm:cxn modelId="{E11A95B7-01BB-4AC8-8F18-E433087F48B1}" type="presParOf" srcId="{A18C4EE3-3318-48F6-AB72-6BECF1BB348A}" destId="{1F80FB1B-12A9-440B-A5AC-52F1CE882298}" srcOrd="1" destOrd="0" presId="urn:microsoft.com/office/officeart/2008/layout/LinedList"/>
    <dgm:cxn modelId="{89BD74E4-4703-4DEB-99AC-2D3FA6043640}" type="presParOf" srcId="{139346A4-545F-4F5F-BD47-2EE8052C742B}" destId="{E746BA8F-F8F2-4235-BE9D-94E271DDD753}" srcOrd="2" destOrd="0" presId="urn:microsoft.com/office/officeart/2008/layout/LinedList"/>
    <dgm:cxn modelId="{CEB54CA6-AD8C-482F-8905-5DF2B91E1AA8}" type="presParOf" srcId="{139346A4-545F-4F5F-BD47-2EE8052C742B}" destId="{BDA315C0-28B1-4798-9192-02FF36F82D64}" srcOrd="3" destOrd="0" presId="urn:microsoft.com/office/officeart/2008/layout/LinedList"/>
    <dgm:cxn modelId="{843EC983-E448-4C74-B921-527668C827DD}" type="presParOf" srcId="{BDA315C0-28B1-4798-9192-02FF36F82D64}" destId="{40BB1055-4FD4-4C00-8C98-94A36A3A2818}" srcOrd="0" destOrd="0" presId="urn:microsoft.com/office/officeart/2008/layout/LinedList"/>
    <dgm:cxn modelId="{4A7B61B6-7869-4EE6-A56A-A8731311D3C5}" type="presParOf" srcId="{BDA315C0-28B1-4798-9192-02FF36F82D64}" destId="{756C578D-5AF6-433C-B208-B63C27F840B2}" srcOrd="1" destOrd="0" presId="urn:microsoft.com/office/officeart/2008/layout/LinedList"/>
    <dgm:cxn modelId="{AEC9D819-AC20-417C-A913-48AAB5A3F0C7}" type="presParOf" srcId="{139346A4-545F-4F5F-BD47-2EE8052C742B}" destId="{237EE050-3AD5-47E8-9CF6-970D576CB602}" srcOrd="4" destOrd="0" presId="urn:microsoft.com/office/officeart/2008/layout/LinedList"/>
    <dgm:cxn modelId="{A03F021C-AA1B-47F3-BED1-EBEC9E95D475}" type="presParOf" srcId="{139346A4-545F-4F5F-BD47-2EE8052C742B}" destId="{04427FE7-9D9A-46E7-BDD1-E41A55F7C139}" srcOrd="5" destOrd="0" presId="urn:microsoft.com/office/officeart/2008/layout/LinedList"/>
    <dgm:cxn modelId="{A166F2B5-3F18-4116-A6CC-622F09927E99}" type="presParOf" srcId="{04427FE7-9D9A-46E7-BDD1-E41A55F7C139}" destId="{C79E8738-6F5E-4AE1-BDF2-2FDC41B74AB7}" srcOrd="0" destOrd="0" presId="urn:microsoft.com/office/officeart/2008/layout/LinedList"/>
    <dgm:cxn modelId="{C5DB6DFB-9E45-47B1-A467-BBAB82C48AC0}" type="presParOf" srcId="{04427FE7-9D9A-46E7-BDD1-E41A55F7C139}" destId="{5509B60F-EF80-4801-8C89-37224D55FAF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F823160-EDCF-4B54-B448-D46AB372B17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CD9495C-931D-4F89-8333-12B3B3E2BB5D}">
      <dgm:prSet/>
      <dgm:spPr/>
      <dgm:t>
        <a:bodyPr/>
        <a:lstStyle/>
        <a:p>
          <a:r>
            <a:rPr lang="en-US" baseline="0"/>
            <a:t>• Notion AI – smart støtte i notater og oversikter</a:t>
          </a:r>
          <a:endParaRPr lang="en-US"/>
        </a:p>
      </dgm:t>
    </dgm:pt>
    <dgm:pt modelId="{52DAC723-C57B-4AFD-B36B-A0E46806F3DE}" type="parTrans" cxnId="{7A1A2ECA-90C5-4B76-A051-EAF104081E6A}">
      <dgm:prSet/>
      <dgm:spPr/>
      <dgm:t>
        <a:bodyPr/>
        <a:lstStyle/>
        <a:p>
          <a:endParaRPr lang="en-US"/>
        </a:p>
      </dgm:t>
    </dgm:pt>
    <dgm:pt modelId="{E21691C0-895F-43F7-8B31-98BD3336E252}" type="sibTrans" cxnId="{7A1A2ECA-90C5-4B76-A051-EAF104081E6A}">
      <dgm:prSet/>
      <dgm:spPr/>
      <dgm:t>
        <a:bodyPr/>
        <a:lstStyle/>
        <a:p>
          <a:endParaRPr lang="en-US"/>
        </a:p>
      </dgm:t>
    </dgm:pt>
    <dgm:pt modelId="{77A87E9B-31D5-4F0A-B8F9-C924261CF102}">
      <dgm:prSet/>
      <dgm:spPr/>
      <dgm:t>
        <a:bodyPr/>
        <a:lstStyle/>
        <a:p>
          <a:r>
            <a:rPr lang="en-US" baseline="0"/>
            <a:t>• Microsoft Copilot – Excel, Teams, OneNote</a:t>
          </a:r>
          <a:endParaRPr lang="en-US"/>
        </a:p>
      </dgm:t>
    </dgm:pt>
    <dgm:pt modelId="{1D772F47-E4C4-4ECE-BF02-70D5EA0026B8}" type="parTrans" cxnId="{407F0DA8-D741-4390-AD6C-297FAEB7D921}">
      <dgm:prSet/>
      <dgm:spPr/>
      <dgm:t>
        <a:bodyPr/>
        <a:lstStyle/>
        <a:p>
          <a:endParaRPr lang="en-US"/>
        </a:p>
      </dgm:t>
    </dgm:pt>
    <dgm:pt modelId="{DDAE2FED-EE9B-4BCA-9DF6-19FBB14341AA}" type="sibTrans" cxnId="{407F0DA8-D741-4390-AD6C-297FAEB7D921}">
      <dgm:prSet/>
      <dgm:spPr/>
      <dgm:t>
        <a:bodyPr/>
        <a:lstStyle/>
        <a:p>
          <a:endParaRPr lang="en-US"/>
        </a:p>
      </dgm:t>
    </dgm:pt>
    <dgm:pt modelId="{9DB28E8A-F42D-439F-B26C-3747455ADA8E}">
      <dgm:prSet/>
      <dgm:spPr/>
      <dgm:t>
        <a:bodyPr/>
        <a:lstStyle/>
        <a:p>
          <a:r>
            <a:rPr lang="en-US" baseline="0"/>
            <a:t>• Google Assistent og Keep med AI-hjelp</a:t>
          </a:r>
          <a:endParaRPr lang="en-US"/>
        </a:p>
      </dgm:t>
    </dgm:pt>
    <dgm:pt modelId="{1A7EC6E7-E7F0-4665-BEC9-3C8D48549894}" type="parTrans" cxnId="{16EF117B-5068-458C-BA30-7FE513756FEC}">
      <dgm:prSet/>
      <dgm:spPr/>
      <dgm:t>
        <a:bodyPr/>
        <a:lstStyle/>
        <a:p>
          <a:endParaRPr lang="en-US"/>
        </a:p>
      </dgm:t>
    </dgm:pt>
    <dgm:pt modelId="{ADF3F9B9-DFF4-4F41-8B80-C90E54BA555C}" type="sibTrans" cxnId="{16EF117B-5068-458C-BA30-7FE513756FEC}">
      <dgm:prSet/>
      <dgm:spPr/>
      <dgm:t>
        <a:bodyPr/>
        <a:lstStyle/>
        <a:p>
          <a:endParaRPr lang="en-US"/>
        </a:p>
      </dgm:t>
    </dgm:pt>
    <dgm:pt modelId="{DD3ED965-7E61-41BF-A014-B4E2B273018F}" type="pres">
      <dgm:prSet presAssocID="{1F823160-EDCF-4B54-B448-D46AB372B17C}" presName="linear" presStyleCnt="0">
        <dgm:presLayoutVars>
          <dgm:animLvl val="lvl"/>
          <dgm:resizeHandles val="exact"/>
        </dgm:presLayoutVars>
      </dgm:prSet>
      <dgm:spPr/>
    </dgm:pt>
    <dgm:pt modelId="{B9CA3528-A3CF-44C0-953B-EF8091C5B619}" type="pres">
      <dgm:prSet presAssocID="{6CD9495C-931D-4F89-8333-12B3B3E2BB5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860176E-B376-4AFA-BBC2-10C73D90B8EA}" type="pres">
      <dgm:prSet presAssocID="{E21691C0-895F-43F7-8B31-98BD3336E252}" presName="spacer" presStyleCnt="0"/>
      <dgm:spPr/>
    </dgm:pt>
    <dgm:pt modelId="{66AD8B0E-E3F5-4985-A177-50754D012169}" type="pres">
      <dgm:prSet presAssocID="{77A87E9B-31D5-4F0A-B8F9-C924261CF10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E479150-4339-46D5-99E6-D70BAD5DDA82}" type="pres">
      <dgm:prSet presAssocID="{DDAE2FED-EE9B-4BCA-9DF6-19FBB14341AA}" presName="spacer" presStyleCnt="0"/>
      <dgm:spPr/>
    </dgm:pt>
    <dgm:pt modelId="{23DBDD6F-D73C-42A7-BAEB-7A17B119F5BC}" type="pres">
      <dgm:prSet presAssocID="{9DB28E8A-F42D-439F-B26C-3747455ADA8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09A5714-47CC-4412-822E-A8707F764A2E}" type="presOf" srcId="{6CD9495C-931D-4F89-8333-12B3B3E2BB5D}" destId="{B9CA3528-A3CF-44C0-953B-EF8091C5B619}" srcOrd="0" destOrd="0" presId="urn:microsoft.com/office/officeart/2005/8/layout/vList2"/>
    <dgm:cxn modelId="{9037C636-B499-48F3-9DC2-78FA9A700B70}" type="presOf" srcId="{1F823160-EDCF-4B54-B448-D46AB372B17C}" destId="{DD3ED965-7E61-41BF-A014-B4E2B273018F}" srcOrd="0" destOrd="0" presId="urn:microsoft.com/office/officeart/2005/8/layout/vList2"/>
    <dgm:cxn modelId="{EE2DB662-0956-4C02-9DAE-7D7519CB54FF}" type="presOf" srcId="{9DB28E8A-F42D-439F-B26C-3747455ADA8E}" destId="{23DBDD6F-D73C-42A7-BAEB-7A17B119F5BC}" srcOrd="0" destOrd="0" presId="urn:microsoft.com/office/officeart/2005/8/layout/vList2"/>
    <dgm:cxn modelId="{16EF117B-5068-458C-BA30-7FE513756FEC}" srcId="{1F823160-EDCF-4B54-B448-D46AB372B17C}" destId="{9DB28E8A-F42D-439F-B26C-3747455ADA8E}" srcOrd="2" destOrd="0" parTransId="{1A7EC6E7-E7F0-4665-BEC9-3C8D48549894}" sibTransId="{ADF3F9B9-DFF4-4F41-8B80-C90E54BA555C}"/>
    <dgm:cxn modelId="{407F0DA8-D741-4390-AD6C-297FAEB7D921}" srcId="{1F823160-EDCF-4B54-B448-D46AB372B17C}" destId="{77A87E9B-31D5-4F0A-B8F9-C924261CF102}" srcOrd="1" destOrd="0" parTransId="{1D772F47-E4C4-4ECE-BF02-70D5EA0026B8}" sibTransId="{DDAE2FED-EE9B-4BCA-9DF6-19FBB14341AA}"/>
    <dgm:cxn modelId="{B55276B6-611D-4690-83D1-0569DDDA1630}" type="presOf" srcId="{77A87E9B-31D5-4F0A-B8F9-C924261CF102}" destId="{66AD8B0E-E3F5-4985-A177-50754D012169}" srcOrd="0" destOrd="0" presId="urn:microsoft.com/office/officeart/2005/8/layout/vList2"/>
    <dgm:cxn modelId="{7A1A2ECA-90C5-4B76-A051-EAF104081E6A}" srcId="{1F823160-EDCF-4B54-B448-D46AB372B17C}" destId="{6CD9495C-931D-4F89-8333-12B3B3E2BB5D}" srcOrd="0" destOrd="0" parTransId="{52DAC723-C57B-4AFD-B36B-A0E46806F3DE}" sibTransId="{E21691C0-895F-43F7-8B31-98BD3336E252}"/>
    <dgm:cxn modelId="{673FE9AA-D6A5-4227-B3DF-D0AA677CE90D}" type="presParOf" srcId="{DD3ED965-7E61-41BF-A014-B4E2B273018F}" destId="{B9CA3528-A3CF-44C0-953B-EF8091C5B619}" srcOrd="0" destOrd="0" presId="urn:microsoft.com/office/officeart/2005/8/layout/vList2"/>
    <dgm:cxn modelId="{C3B0FD07-46D3-4DD3-8119-F9C28D32555C}" type="presParOf" srcId="{DD3ED965-7E61-41BF-A014-B4E2B273018F}" destId="{0860176E-B376-4AFA-BBC2-10C73D90B8EA}" srcOrd="1" destOrd="0" presId="urn:microsoft.com/office/officeart/2005/8/layout/vList2"/>
    <dgm:cxn modelId="{FE03867B-8FF1-4854-9897-463CDBB77C84}" type="presParOf" srcId="{DD3ED965-7E61-41BF-A014-B4E2B273018F}" destId="{66AD8B0E-E3F5-4985-A177-50754D012169}" srcOrd="2" destOrd="0" presId="urn:microsoft.com/office/officeart/2005/8/layout/vList2"/>
    <dgm:cxn modelId="{915B2860-19FD-4651-BA11-5E8209C99148}" type="presParOf" srcId="{DD3ED965-7E61-41BF-A014-B4E2B273018F}" destId="{9E479150-4339-46D5-99E6-D70BAD5DDA82}" srcOrd="3" destOrd="0" presId="urn:microsoft.com/office/officeart/2005/8/layout/vList2"/>
    <dgm:cxn modelId="{FA8077EA-CE7B-456B-93F1-995548BE201F}" type="presParOf" srcId="{DD3ED965-7E61-41BF-A014-B4E2B273018F}" destId="{23DBDD6F-D73C-42A7-BAEB-7A17B119F5B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CFB5B1F-BE28-4619-BE17-27BEE80AE98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6477C6E3-BBF7-4962-931D-9092F3EB3F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Spør: 'Lag ukeplan for prosjektslutt neste fredag'</a:t>
          </a:r>
          <a:endParaRPr lang="en-US"/>
        </a:p>
      </dgm:t>
    </dgm:pt>
    <dgm:pt modelId="{563AE58E-D84E-4BF7-98B6-B1AFADA9CCD2}" type="parTrans" cxnId="{33517F11-3CA1-45CD-BDA8-4B6948DAEA24}">
      <dgm:prSet/>
      <dgm:spPr/>
      <dgm:t>
        <a:bodyPr/>
        <a:lstStyle/>
        <a:p>
          <a:endParaRPr lang="en-US"/>
        </a:p>
      </dgm:t>
    </dgm:pt>
    <dgm:pt modelId="{7DEC36C8-5D08-43FC-8539-438399E36C23}" type="sibTrans" cxnId="{33517F11-3CA1-45CD-BDA8-4B6948DAEA24}">
      <dgm:prSet/>
      <dgm:spPr/>
      <dgm:t>
        <a:bodyPr/>
        <a:lstStyle/>
        <a:p>
          <a:endParaRPr lang="en-US"/>
        </a:p>
      </dgm:t>
    </dgm:pt>
    <dgm:pt modelId="{D04124F3-6CF5-4E73-B57D-2B0A52488F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Spør: 'Hvordan prioritere 10 oppgaver på 3 dager?'</a:t>
          </a:r>
          <a:endParaRPr lang="en-US"/>
        </a:p>
      </dgm:t>
    </dgm:pt>
    <dgm:pt modelId="{A0986B46-F5B5-465F-8BB1-6F9C79A6530D}" type="parTrans" cxnId="{35F438F3-083C-4FAE-8824-8B600C8CD0D5}">
      <dgm:prSet/>
      <dgm:spPr/>
      <dgm:t>
        <a:bodyPr/>
        <a:lstStyle/>
        <a:p>
          <a:endParaRPr lang="en-US"/>
        </a:p>
      </dgm:t>
    </dgm:pt>
    <dgm:pt modelId="{4D85E202-0570-4028-AC68-BBC4AE959617}" type="sibTrans" cxnId="{35F438F3-083C-4FAE-8824-8B600C8CD0D5}">
      <dgm:prSet/>
      <dgm:spPr/>
      <dgm:t>
        <a:bodyPr/>
        <a:lstStyle/>
        <a:p>
          <a:endParaRPr lang="en-US"/>
        </a:p>
      </dgm:t>
    </dgm:pt>
    <dgm:pt modelId="{E58B6636-89E8-42A9-9D79-2AD54CEDB8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Få forslag du kan justere</a:t>
          </a:r>
          <a:endParaRPr lang="en-US"/>
        </a:p>
      </dgm:t>
    </dgm:pt>
    <dgm:pt modelId="{BDD75824-E64B-4385-A4F3-1F3D3FD8F4BF}" type="parTrans" cxnId="{C6001C54-FD11-4778-B48E-0A91842245CC}">
      <dgm:prSet/>
      <dgm:spPr/>
      <dgm:t>
        <a:bodyPr/>
        <a:lstStyle/>
        <a:p>
          <a:endParaRPr lang="en-US"/>
        </a:p>
      </dgm:t>
    </dgm:pt>
    <dgm:pt modelId="{B3E61082-0EA8-43D4-A93F-C34B75171EEB}" type="sibTrans" cxnId="{C6001C54-FD11-4778-B48E-0A91842245CC}">
      <dgm:prSet/>
      <dgm:spPr/>
      <dgm:t>
        <a:bodyPr/>
        <a:lstStyle/>
        <a:p>
          <a:endParaRPr lang="en-US"/>
        </a:p>
      </dgm:t>
    </dgm:pt>
    <dgm:pt modelId="{0E6F71D0-64DA-4F34-A716-3C97BA0854E2}" type="pres">
      <dgm:prSet presAssocID="{FCFB5B1F-BE28-4619-BE17-27BEE80AE98B}" presName="root" presStyleCnt="0">
        <dgm:presLayoutVars>
          <dgm:dir/>
          <dgm:resizeHandles val="exact"/>
        </dgm:presLayoutVars>
      </dgm:prSet>
      <dgm:spPr/>
    </dgm:pt>
    <dgm:pt modelId="{BE6A8521-88E8-47D3-BD4F-4F706B2A1BC4}" type="pres">
      <dgm:prSet presAssocID="{6477C6E3-BBF7-4962-931D-9092F3EB3F36}" presName="compNode" presStyleCnt="0"/>
      <dgm:spPr/>
    </dgm:pt>
    <dgm:pt modelId="{336B16B8-54B0-46C9-8B8B-885D748C6A9E}" type="pres">
      <dgm:prSet presAssocID="{6477C6E3-BBF7-4962-931D-9092F3EB3F36}" presName="bgRect" presStyleLbl="bgShp" presStyleIdx="0" presStyleCnt="3"/>
      <dgm:spPr/>
    </dgm:pt>
    <dgm:pt modelId="{C36E378F-C717-491B-AB71-F6A7636D943A}" type="pres">
      <dgm:prSet presAssocID="{6477C6E3-BBF7-4962-931D-9092F3EB3F3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3FDAAA51-7BF0-4C15-8C8A-3AA418203786}" type="pres">
      <dgm:prSet presAssocID="{6477C6E3-BBF7-4962-931D-9092F3EB3F36}" presName="spaceRect" presStyleCnt="0"/>
      <dgm:spPr/>
    </dgm:pt>
    <dgm:pt modelId="{EA005737-AA16-40B1-9DB1-C0CF3708630F}" type="pres">
      <dgm:prSet presAssocID="{6477C6E3-BBF7-4962-931D-9092F3EB3F36}" presName="parTx" presStyleLbl="revTx" presStyleIdx="0" presStyleCnt="3">
        <dgm:presLayoutVars>
          <dgm:chMax val="0"/>
          <dgm:chPref val="0"/>
        </dgm:presLayoutVars>
      </dgm:prSet>
      <dgm:spPr/>
    </dgm:pt>
    <dgm:pt modelId="{870786FA-1559-4A9D-9822-2B5A3668A0AD}" type="pres">
      <dgm:prSet presAssocID="{7DEC36C8-5D08-43FC-8539-438399E36C23}" presName="sibTrans" presStyleCnt="0"/>
      <dgm:spPr/>
    </dgm:pt>
    <dgm:pt modelId="{BF299AB5-24AB-475B-B862-6C430CF29670}" type="pres">
      <dgm:prSet presAssocID="{D04124F3-6CF5-4E73-B57D-2B0A52488F35}" presName="compNode" presStyleCnt="0"/>
      <dgm:spPr/>
    </dgm:pt>
    <dgm:pt modelId="{D6AC0B49-6632-4D30-8AF2-822919883571}" type="pres">
      <dgm:prSet presAssocID="{D04124F3-6CF5-4E73-B57D-2B0A52488F35}" presName="bgRect" presStyleLbl="bgShp" presStyleIdx="1" presStyleCnt="3"/>
      <dgm:spPr/>
    </dgm:pt>
    <dgm:pt modelId="{4DF55F86-2BD1-401A-97EE-AD160FBE924A}" type="pres">
      <dgm:prSet presAssocID="{D04124F3-6CF5-4E73-B57D-2B0A52488F3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yrint"/>
        </a:ext>
      </dgm:extLst>
    </dgm:pt>
    <dgm:pt modelId="{0F75E5BE-D398-4BD1-B38C-A89C9236D7EB}" type="pres">
      <dgm:prSet presAssocID="{D04124F3-6CF5-4E73-B57D-2B0A52488F35}" presName="spaceRect" presStyleCnt="0"/>
      <dgm:spPr/>
    </dgm:pt>
    <dgm:pt modelId="{1F615C2F-EB1A-4076-BD15-6E11A69B1589}" type="pres">
      <dgm:prSet presAssocID="{D04124F3-6CF5-4E73-B57D-2B0A52488F35}" presName="parTx" presStyleLbl="revTx" presStyleIdx="1" presStyleCnt="3">
        <dgm:presLayoutVars>
          <dgm:chMax val="0"/>
          <dgm:chPref val="0"/>
        </dgm:presLayoutVars>
      </dgm:prSet>
      <dgm:spPr/>
    </dgm:pt>
    <dgm:pt modelId="{BF70AD59-C2F4-44F8-A3C9-2BF1BE191EA4}" type="pres">
      <dgm:prSet presAssocID="{4D85E202-0570-4028-AC68-BBC4AE959617}" presName="sibTrans" presStyleCnt="0"/>
      <dgm:spPr/>
    </dgm:pt>
    <dgm:pt modelId="{B6525794-D96C-4185-BA6A-0B212157BB02}" type="pres">
      <dgm:prSet presAssocID="{E58B6636-89E8-42A9-9D79-2AD54CEDB88F}" presName="compNode" presStyleCnt="0"/>
      <dgm:spPr/>
    </dgm:pt>
    <dgm:pt modelId="{E2E96429-E4F2-4A69-8378-5BCAD702F4A8}" type="pres">
      <dgm:prSet presAssocID="{E58B6636-89E8-42A9-9D79-2AD54CEDB88F}" presName="bgRect" presStyleLbl="bgShp" presStyleIdx="2" presStyleCnt="3"/>
      <dgm:spPr/>
    </dgm:pt>
    <dgm:pt modelId="{F945DE81-9A01-4934-AE44-F9121EB21591}" type="pres">
      <dgm:prSet presAssocID="{E58B6636-89E8-42A9-9D79-2AD54CEDB88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ktøy"/>
        </a:ext>
      </dgm:extLst>
    </dgm:pt>
    <dgm:pt modelId="{349624D9-24DA-4AF3-8EA2-22DA46A9416F}" type="pres">
      <dgm:prSet presAssocID="{E58B6636-89E8-42A9-9D79-2AD54CEDB88F}" presName="spaceRect" presStyleCnt="0"/>
      <dgm:spPr/>
    </dgm:pt>
    <dgm:pt modelId="{29FF0C2D-54E9-43DE-9240-DFB3F36A6221}" type="pres">
      <dgm:prSet presAssocID="{E58B6636-89E8-42A9-9D79-2AD54CEDB88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3517F11-3CA1-45CD-BDA8-4B6948DAEA24}" srcId="{FCFB5B1F-BE28-4619-BE17-27BEE80AE98B}" destId="{6477C6E3-BBF7-4962-931D-9092F3EB3F36}" srcOrd="0" destOrd="0" parTransId="{563AE58E-D84E-4BF7-98B6-B1AFADA9CCD2}" sibTransId="{7DEC36C8-5D08-43FC-8539-438399E36C23}"/>
    <dgm:cxn modelId="{A5239715-3053-49B8-8A7D-C1192CD3D691}" type="presOf" srcId="{FCFB5B1F-BE28-4619-BE17-27BEE80AE98B}" destId="{0E6F71D0-64DA-4F34-A716-3C97BA0854E2}" srcOrd="0" destOrd="0" presId="urn:microsoft.com/office/officeart/2018/2/layout/IconVerticalSolidList"/>
    <dgm:cxn modelId="{C6001C54-FD11-4778-B48E-0A91842245CC}" srcId="{FCFB5B1F-BE28-4619-BE17-27BEE80AE98B}" destId="{E58B6636-89E8-42A9-9D79-2AD54CEDB88F}" srcOrd="2" destOrd="0" parTransId="{BDD75824-E64B-4385-A4F3-1F3D3FD8F4BF}" sibTransId="{B3E61082-0EA8-43D4-A93F-C34B75171EEB}"/>
    <dgm:cxn modelId="{BBA39E76-4621-4CFA-B22E-A6EE4FCC7A54}" type="presOf" srcId="{E58B6636-89E8-42A9-9D79-2AD54CEDB88F}" destId="{29FF0C2D-54E9-43DE-9240-DFB3F36A6221}" srcOrd="0" destOrd="0" presId="urn:microsoft.com/office/officeart/2018/2/layout/IconVerticalSolidList"/>
    <dgm:cxn modelId="{C0773ECC-F818-4B0F-A679-2C057C505051}" type="presOf" srcId="{6477C6E3-BBF7-4962-931D-9092F3EB3F36}" destId="{EA005737-AA16-40B1-9DB1-C0CF3708630F}" srcOrd="0" destOrd="0" presId="urn:microsoft.com/office/officeart/2018/2/layout/IconVerticalSolidList"/>
    <dgm:cxn modelId="{3E523CEE-4DAC-48A7-B5C4-C7B74368383A}" type="presOf" srcId="{D04124F3-6CF5-4E73-B57D-2B0A52488F35}" destId="{1F615C2F-EB1A-4076-BD15-6E11A69B1589}" srcOrd="0" destOrd="0" presId="urn:microsoft.com/office/officeart/2018/2/layout/IconVerticalSolidList"/>
    <dgm:cxn modelId="{35F438F3-083C-4FAE-8824-8B600C8CD0D5}" srcId="{FCFB5B1F-BE28-4619-BE17-27BEE80AE98B}" destId="{D04124F3-6CF5-4E73-B57D-2B0A52488F35}" srcOrd="1" destOrd="0" parTransId="{A0986B46-F5B5-465F-8BB1-6F9C79A6530D}" sibTransId="{4D85E202-0570-4028-AC68-BBC4AE959617}"/>
    <dgm:cxn modelId="{70970CD8-3F76-46D3-818E-14CCC23EA438}" type="presParOf" srcId="{0E6F71D0-64DA-4F34-A716-3C97BA0854E2}" destId="{BE6A8521-88E8-47D3-BD4F-4F706B2A1BC4}" srcOrd="0" destOrd="0" presId="urn:microsoft.com/office/officeart/2018/2/layout/IconVerticalSolidList"/>
    <dgm:cxn modelId="{7AE97FD4-7BBE-455E-A144-AEAF6A49901D}" type="presParOf" srcId="{BE6A8521-88E8-47D3-BD4F-4F706B2A1BC4}" destId="{336B16B8-54B0-46C9-8B8B-885D748C6A9E}" srcOrd="0" destOrd="0" presId="urn:microsoft.com/office/officeart/2018/2/layout/IconVerticalSolidList"/>
    <dgm:cxn modelId="{561989A4-6E3A-455F-BB58-0F48AAB94054}" type="presParOf" srcId="{BE6A8521-88E8-47D3-BD4F-4F706B2A1BC4}" destId="{C36E378F-C717-491B-AB71-F6A7636D943A}" srcOrd="1" destOrd="0" presId="urn:microsoft.com/office/officeart/2018/2/layout/IconVerticalSolidList"/>
    <dgm:cxn modelId="{32DF0539-7930-4BC1-A294-05770A8BDFD9}" type="presParOf" srcId="{BE6A8521-88E8-47D3-BD4F-4F706B2A1BC4}" destId="{3FDAAA51-7BF0-4C15-8C8A-3AA418203786}" srcOrd="2" destOrd="0" presId="urn:microsoft.com/office/officeart/2018/2/layout/IconVerticalSolidList"/>
    <dgm:cxn modelId="{88A48D2B-7A34-4BE2-BC07-4A6306460885}" type="presParOf" srcId="{BE6A8521-88E8-47D3-BD4F-4F706B2A1BC4}" destId="{EA005737-AA16-40B1-9DB1-C0CF3708630F}" srcOrd="3" destOrd="0" presId="urn:microsoft.com/office/officeart/2018/2/layout/IconVerticalSolidList"/>
    <dgm:cxn modelId="{F50513B0-9EDE-44BD-B1AF-6D04619DD510}" type="presParOf" srcId="{0E6F71D0-64DA-4F34-A716-3C97BA0854E2}" destId="{870786FA-1559-4A9D-9822-2B5A3668A0AD}" srcOrd="1" destOrd="0" presId="urn:microsoft.com/office/officeart/2018/2/layout/IconVerticalSolidList"/>
    <dgm:cxn modelId="{47724839-496D-40F3-BFDB-FA4C3074E079}" type="presParOf" srcId="{0E6F71D0-64DA-4F34-A716-3C97BA0854E2}" destId="{BF299AB5-24AB-475B-B862-6C430CF29670}" srcOrd="2" destOrd="0" presId="urn:microsoft.com/office/officeart/2018/2/layout/IconVerticalSolidList"/>
    <dgm:cxn modelId="{CFB43BFD-945D-4412-A633-93241F9A27EF}" type="presParOf" srcId="{BF299AB5-24AB-475B-B862-6C430CF29670}" destId="{D6AC0B49-6632-4D30-8AF2-822919883571}" srcOrd="0" destOrd="0" presId="urn:microsoft.com/office/officeart/2018/2/layout/IconVerticalSolidList"/>
    <dgm:cxn modelId="{EAB780AB-5E30-42F2-BADC-A9E937D282A0}" type="presParOf" srcId="{BF299AB5-24AB-475B-B862-6C430CF29670}" destId="{4DF55F86-2BD1-401A-97EE-AD160FBE924A}" srcOrd="1" destOrd="0" presId="urn:microsoft.com/office/officeart/2018/2/layout/IconVerticalSolidList"/>
    <dgm:cxn modelId="{BC583D42-3D73-4B65-8320-C336AC1FD168}" type="presParOf" srcId="{BF299AB5-24AB-475B-B862-6C430CF29670}" destId="{0F75E5BE-D398-4BD1-B38C-A89C9236D7EB}" srcOrd="2" destOrd="0" presId="urn:microsoft.com/office/officeart/2018/2/layout/IconVerticalSolidList"/>
    <dgm:cxn modelId="{6D1B631A-2DDD-4083-9249-92515522D728}" type="presParOf" srcId="{BF299AB5-24AB-475B-B862-6C430CF29670}" destId="{1F615C2F-EB1A-4076-BD15-6E11A69B1589}" srcOrd="3" destOrd="0" presId="urn:microsoft.com/office/officeart/2018/2/layout/IconVerticalSolidList"/>
    <dgm:cxn modelId="{CD58ABE1-CC87-4BEA-88DE-50A42BC70A27}" type="presParOf" srcId="{0E6F71D0-64DA-4F34-A716-3C97BA0854E2}" destId="{BF70AD59-C2F4-44F8-A3C9-2BF1BE191EA4}" srcOrd="3" destOrd="0" presId="urn:microsoft.com/office/officeart/2018/2/layout/IconVerticalSolidList"/>
    <dgm:cxn modelId="{4F9D1B20-C316-4DAF-859E-D66628BC2D94}" type="presParOf" srcId="{0E6F71D0-64DA-4F34-A716-3C97BA0854E2}" destId="{B6525794-D96C-4185-BA6A-0B212157BB02}" srcOrd="4" destOrd="0" presId="urn:microsoft.com/office/officeart/2018/2/layout/IconVerticalSolidList"/>
    <dgm:cxn modelId="{CD4C6C79-1CCB-4811-BBD3-C41ACB577778}" type="presParOf" srcId="{B6525794-D96C-4185-BA6A-0B212157BB02}" destId="{E2E96429-E4F2-4A69-8378-5BCAD702F4A8}" srcOrd="0" destOrd="0" presId="urn:microsoft.com/office/officeart/2018/2/layout/IconVerticalSolidList"/>
    <dgm:cxn modelId="{E177A51F-54BE-467D-8D6D-768E84862A63}" type="presParOf" srcId="{B6525794-D96C-4185-BA6A-0B212157BB02}" destId="{F945DE81-9A01-4934-AE44-F9121EB21591}" srcOrd="1" destOrd="0" presId="urn:microsoft.com/office/officeart/2018/2/layout/IconVerticalSolidList"/>
    <dgm:cxn modelId="{DDC484D3-FE6C-457F-A5D4-9529937E25E7}" type="presParOf" srcId="{B6525794-D96C-4185-BA6A-0B212157BB02}" destId="{349624D9-24DA-4AF3-8EA2-22DA46A9416F}" srcOrd="2" destOrd="0" presId="urn:microsoft.com/office/officeart/2018/2/layout/IconVerticalSolidList"/>
    <dgm:cxn modelId="{E608E28F-327F-4822-ADFD-1EA8C8A07EB1}" type="presParOf" srcId="{B6525794-D96C-4185-BA6A-0B212157BB02}" destId="{29FF0C2D-54E9-43DE-9240-DFB3F36A62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CAB4DCF-6A39-42EE-AD55-C91C15618D8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2_2" csCatId="accent2" phldr="1"/>
      <dgm:spPr/>
      <dgm:t>
        <a:bodyPr/>
        <a:lstStyle/>
        <a:p>
          <a:endParaRPr lang="en-US"/>
        </a:p>
      </dgm:t>
    </dgm:pt>
    <dgm:pt modelId="{58AB2722-1A7C-4D2E-B058-4D5077747944}">
      <dgm:prSet/>
      <dgm:spPr/>
      <dgm:t>
        <a:bodyPr/>
        <a:lstStyle/>
        <a:p>
          <a:r>
            <a:rPr lang="en-US" baseline="0"/>
            <a:t>• 'Lag møteplan med agenda og mål for 45 minutter'</a:t>
          </a:r>
          <a:endParaRPr lang="en-US"/>
        </a:p>
      </dgm:t>
    </dgm:pt>
    <dgm:pt modelId="{9604875A-AA8D-41A5-9109-900B520DFB98}" type="parTrans" cxnId="{2B796096-CE7F-4ACC-A8B1-9B5DBDC2FEB5}">
      <dgm:prSet/>
      <dgm:spPr/>
      <dgm:t>
        <a:bodyPr/>
        <a:lstStyle/>
        <a:p>
          <a:endParaRPr lang="en-US"/>
        </a:p>
      </dgm:t>
    </dgm:pt>
    <dgm:pt modelId="{E5063D16-9E26-41E7-9692-3D46F6893F9B}" type="sibTrans" cxnId="{2B796096-CE7F-4ACC-A8B1-9B5DBDC2FEB5}">
      <dgm:prSet/>
      <dgm:spPr/>
      <dgm:t>
        <a:bodyPr/>
        <a:lstStyle/>
        <a:p>
          <a:endParaRPr lang="en-US"/>
        </a:p>
      </dgm:t>
    </dgm:pt>
    <dgm:pt modelId="{F66F7FB1-5BF2-4933-BF08-C4A4B5C45309}">
      <dgm:prSet/>
      <dgm:spPr/>
      <dgm:t>
        <a:bodyPr/>
        <a:lstStyle/>
        <a:p>
          <a:r>
            <a:rPr lang="en-US" baseline="0"/>
            <a:t>• 'Foreslå plan for oppfølging av kundesamtaler'</a:t>
          </a:r>
          <a:endParaRPr lang="en-US"/>
        </a:p>
      </dgm:t>
    </dgm:pt>
    <dgm:pt modelId="{782DF9EC-1E86-4E1F-B637-728BE72BCCD1}" type="parTrans" cxnId="{402CCEEC-7824-4763-8478-98FB3EC3B38A}">
      <dgm:prSet/>
      <dgm:spPr/>
      <dgm:t>
        <a:bodyPr/>
        <a:lstStyle/>
        <a:p>
          <a:endParaRPr lang="en-US"/>
        </a:p>
      </dgm:t>
    </dgm:pt>
    <dgm:pt modelId="{6C6AF60F-DA52-446A-A77F-4C143BA1216B}" type="sibTrans" cxnId="{402CCEEC-7824-4763-8478-98FB3EC3B38A}">
      <dgm:prSet/>
      <dgm:spPr/>
      <dgm:t>
        <a:bodyPr/>
        <a:lstStyle/>
        <a:p>
          <a:endParaRPr lang="en-US"/>
        </a:p>
      </dgm:t>
    </dgm:pt>
    <dgm:pt modelId="{92080646-957B-458B-8FC4-2A9C014129D6}" type="pres">
      <dgm:prSet presAssocID="{0CAB4DCF-6A39-42EE-AD55-C91C15618D88}" presName="root" presStyleCnt="0">
        <dgm:presLayoutVars>
          <dgm:dir/>
          <dgm:resizeHandles val="exact"/>
        </dgm:presLayoutVars>
      </dgm:prSet>
      <dgm:spPr/>
    </dgm:pt>
    <dgm:pt modelId="{5D714129-5EB7-41F5-A69C-65B60CEC4E22}" type="pres">
      <dgm:prSet presAssocID="{58AB2722-1A7C-4D2E-B058-4D5077747944}" presName="compNode" presStyleCnt="0"/>
      <dgm:spPr/>
    </dgm:pt>
    <dgm:pt modelId="{C5DE781E-4CBF-43A0-BDC1-FE2BA087AD88}" type="pres">
      <dgm:prSet presAssocID="{58AB2722-1A7C-4D2E-B058-4D5077747944}" presName="bgRect" presStyleLbl="bgShp" presStyleIdx="0" presStyleCnt="2"/>
      <dgm:spPr/>
    </dgm:pt>
    <dgm:pt modelId="{41593FE5-AD1E-4BA9-84C3-60F1824B6246}" type="pres">
      <dgm:prSet presAssocID="{58AB2722-1A7C-4D2E-B058-4D507774794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jekkliste"/>
        </a:ext>
      </dgm:extLst>
    </dgm:pt>
    <dgm:pt modelId="{3B8B6165-4AED-471F-B095-8C97795E18BB}" type="pres">
      <dgm:prSet presAssocID="{58AB2722-1A7C-4D2E-B058-4D5077747944}" presName="spaceRect" presStyleCnt="0"/>
      <dgm:spPr/>
    </dgm:pt>
    <dgm:pt modelId="{93F21503-D3FB-415E-9A90-E10B790B165E}" type="pres">
      <dgm:prSet presAssocID="{58AB2722-1A7C-4D2E-B058-4D5077747944}" presName="parTx" presStyleLbl="revTx" presStyleIdx="0" presStyleCnt="2">
        <dgm:presLayoutVars>
          <dgm:chMax val="0"/>
          <dgm:chPref val="0"/>
        </dgm:presLayoutVars>
      </dgm:prSet>
      <dgm:spPr/>
    </dgm:pt>
    <dgm:pt modelId="{4AD063E0-C899-41F9-A3D7-3970E5B1E946}" type="pres">
      <dgm:prSet presAssocID="{E5063D16-9E26-41E7-9692-3D46F6893F9B}" presName="sibTrans" presStyleCnt="0"/>
      <dgm:spPr/>
    </dgm:pt>
    <dgm:pt modelId="{4ECB60DF-D83E-42DD-85EF-EC37A3E07BC2}" type="pres">
      <dgm:prSet presAssocID="{F66F7FB1-5BF2-4933-BF08-C4A4B5C45309}" presName="compNode" presStyleCnt="0"/>
      <dgm:spPr/>
    </dgm:pt>
    <dgm:pt modelId="{BBEC3A0F-DBD7-4970-963A-6C5B155012DE}" type="pres">
      <dgm:prSet presAssocID="{F66F7FB1-5BF2-4933-BF08-C4A4B5C45309}" presName="bgRect" presStyleLbl="bgShp" presStyleIdx="1" presStyleCnt="2"/>
      <dgm:spPr/>
    </dgm:pt>
    <dgm:pt modelId="{298B9AB4-B925-4B72-8CE6-6952C4B10738}" type="pres">
      <dgm:prSet presAssocID="{F66F7FB1-5BF2-4933-BF08-C4A4B5C4530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bler"/>
        </a:ext>
      </dgm:extLst>
    </dgm:pt>
    <dgm:pt modelId="{6433F7AF-7057-491A-AAEE-29AF45B03D72}" type="pres">
      <dgm:prSet presAssocID="{F66F7FB1-5BF2-4933-BF08-C4A4B5C45309}" presName="spaceRect" presStyleCnt="0"/>
      <dgm:spPr/>
    </dgm:pt>
    <dgm:pt modelId="{9E386875-7FB8-47CC-8541-1C1DFA9E346D}" type="pres">
      <dgm:prSet presAssocID="{F66F7FB1-5BF2-4933-BF08-C4A4B5C4530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9F78364-8C76-4EBF-8D97-05741043834D}" type="presOf" srcId="{58AB2722-1A7C-4D2E-B058-4D5077747944}" destId="{93F21503-D3FB-415E-9A90-E10B790B165E}" srcOrd="0" destOrd="0" presId="urn:microsoft.com/office/officeart/2018/2/layout/IconVerticalSolidList"/>
    <dgm:cxn modelId="{CEFF0266-E51A-4EB2-8F81-AF8E663C9BE4}" type="presOf" srcId="{F66F7FB1-5BF2-4933-BF08-C4A4B5C45309}" destId="{9E386875-7FB8-47CC-8541-1C1DFA9E346D}" srcOrd="0" destOrd="0" presId="urn:microsoft.com/office/officeart/2018/2/layout/IconVerticalSolidList"/>
    <dgm:cxn modelId="{2B796096-CE7F-4ACC-A8B1-9B5DBDC2FEB5}" srcId="{0CAB4DCF-6A39-42EE-AD55-C91C15618D88}" destId="{58AB2722-1A7C-4D2E-B058-4D5077747944}" srcOrd="0" destOrd="0" parTransId="{9604875A-AA8D-41A5-9109-900B520DFB98}" sibTransId="{E5063D16-9E26-41E7-9692-3D46F6893F9B}"/>
    <dgm:cxn modelId="{5E3181B8-121F-4473-A5BB-57E45D20CA2F}" type="presOf" srcId="{0CAB4DCF-6A39-42EE-AD55-C91C15618D88}" destId="{92080646-957B-458B-8FC4-2A9C014129D6}" srcOrd="0" destOrd="0" presId="urn:microsoft.com/office/officeart/2018/2/layout/IconVerticalSolidList"/>
    <dgm:cxn modelId="{402CCEEC-7824-4763-8478-98FB3EC3B38A}" srcId="{0CAB4DCF-6A39-42EE-AD55-C91C15618D88}" destId="{F66F7FB1-5BF2-4933-BF08-C4A4B5C45309}" srcOrd="1" destOrd="0" parTransId="{782DF9EC-1E86-4E1F-B637-728BE72BCCD1}" sibTransId="{6C6AF60F-DA52-446A-A77F-4C143BA1216B}"/>
    <dgm:cxn modelId="{711444EA-36FC-496A-B508-CC9B2D9D5A7D}" type="presParOf" srcId="{92080646-957B-458B-8FC4-2A9C014129D6}" destId="{5D714129-5EB7-41F5-A69C-65B60CEC4E22}" srcOrd="0" destOrd="0" presId="urn:microsoft.com/office/officeart/2018/2/layout/IconVerticalSolidList"/>
    <dgm:cxn modelId="{41473AE2-04E0-4CB0-B632-87107DE73EB9}" type="presParOf" srcId="{5D714129-5EB7-41F5-A69C-65B60CEC4E22}" destId="{C5DE781E-4CBF-43A0-BDC1-FE2BA087AD88}" srcOrd="0" destOrd="0" presId="urn:microsoft.com/office/officeart/2018/2/layout/IconVerticalSolidList"/>
    <dgm:cxn modelId="{7921224C-612F-441C-9F4C-671470BE24A5}" type="presParOf" srcId="{5D714129-5EB7-41F5-A69C-65B60CEC4E22}" destId="{41593FE5-AD1E-4BA9-84C3-60F1824B6246}" srcOrd="1" destOrd="0" presId="urn:microsoft.com/office/officeart/2018/2/layout/IconVerticalSolidList"/>
    <dgm:cxn modelId="{F9959223-96CD-4654-9378-6F68F5BE359A}" type="presParOf" srcId="{5D714129-5EB7-41F5-A69C-65B60CEC4E22}" destId="{3B8B6165-4AED-471F-B095-8C97795E18BB}" srcOrd="2" destOrd="0" presId="urn:microsoft.com/office/officeart/2018/2/layout/IconVerticalSolidList"/>
    <dgm:cxn modelId="{244D2AF5-2934-48DC-82CC-857610AD5551}" type="presParOf" srcId="{5D714129-5EB7-41F5-A69C-65B60CEC4E22}" destId="{93F21503-D3FB-415E-9A90-E10B790B165E}" srcOrd="3" destOrd="0" presId="urn:microsoft.com/office/officeart/2018/2/layout/IconVerticalSolidList"/>
    <dgm:cxn modelId="{35111A19-C235-4BB5-96F5-C6BA82833FF6}" type="presParOf" srcId="{92080646-957B-458B-8FC4-2A9C014129D6}" destId="{4AD063E0-C899-41F9-A3D7-3970E5B1E946}" srcOrd="1" destOrd="0" presId="urn:microsoft.com/office/officeart/2018/2/layout/IconVerticalSolidList"/>
    <dgm:cxn modelId="{6F0E9033-B760-4D76-91D9-BBEAF974FBC3}" type="presParOf" srcId="{92080646-957B-458B-8FC4-2A9C014129D6}" destId="{4ECB60DF-D83E-42DD-85EF-EC37A3E07BC2}" srcOrd="2" destOrd="0" presId="urn:microsoft.com/office/officeart/2018/2/layout/IconVerticalSolidList"/>
    <dgm:cxn modelId="{27F6F618-D47F-4375-AD6A-A30BC7DE57C7}" type="presParOf" srcId="{4ECB60DF-D83E-42DD-85EF-EC37A3E07BC2}" destId="{BBEC3A0F-DBD7-4970-963A-6C5B155012DE}" srcOrd="0" destOrd="0" presId="urn:microsoft.com/office/officeart/2018/2/layout/IconVerticalSolidList"/>
    <dgm:cxn modelId="{6FC57E66-BCD0-4866-881E-ECFF6D58ED40}" type="presParOf" srcId="{4ECB60DF-D83E-42DD-85EF-EC37A3E07BC2}" destId="{298B9AB4-B925-4B72-8CE6-6952C4B10738}" srcOrd="1" destOrd="0" presId="urn:microsoft.com/office/officeart/2018/2/layout/IconVerticalSolidList"/>
    <dgm:cxn modelId="{5F3EA8C2-97C7-4DDB-801B-359314E2E1B7}" type="presParOf" srcId="{4ECB60DF-D83E-42DD-85EF-EC37A3E07BC2}" destId="{6433F7AF-7057-491A-AAEE-29AF45B03D72}" srcOrd="2" destOrd="0" presId="urn:microsoft.com/office/officeart/2018/2/layout/IconVerticalSolidList"/>
    <dgm:cxn modelId="{17D244F9-A360-44A4-9ABA-679633853D3A}" type="presParOf" srcId="{4ECB60DF-D83E-42DD-85EF-EC37A3E07BC2}" destId="{9E386875-7FB8-47CC-8541-1C1DFA9E34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E3DA598-0FC7-43A8-A223-ADBA05B01C0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accent3_2" csCatId="accent3" phldr="1"/>
      <dgm:spPr/>
      <dgm:t>
        <a:bodyPr/>
        <a:lstStyle/>
        <a:p>
          <a:endParaRPr lang="en-US"/>
        </a:p>
      </dgm:t>
    </dgm:pt>
    <dgm:pt modelId="{ED925F31-DF8D-41CA-92D7-54E37F84F2C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aseline="0"/>
            <a:t>• Bruk AI til å planlegge neste uke</a:t>
          </a:r>
          <a:endParaRPr lang="en-US"/>
        </a:p>
      </dgm:t>
    </dgm:pt>
    <dgm:pt modelId="{6F81A512-C34C-4BB8-8A2F-43F816F1D32B}" type="parTrans" cxnId="{233AD3B5-7EDE-4D5E-8D56-B4C16DD34FD2}">
      <dgm:prSet/>
      <dgm:spPr/>
      <dgm:t>
        <a:bodyPr/>
        <a:lstStyle/>
        <a:p>
          <a:endParaRPr lang="en-US"/>
        </a:p>
      </dgm:t>
    </dgm:pt>
    <dgm:pt modelId="{460E6DC9-924E-482D-B0E4-A122A7996C26}" type="sibTrans" cxnId="{233AD3B5-7EDE-4D5E-8D56-B4C16DD34FD2}">
      <dgm:prSet/>
      <dgm:spPr/>
      <dgm:t>
        <a:bodyPr/>
        <a:lstStyle/>
        <a:p>
          <a:endParaRPr lang="en-US"/>
        </a:p>
      </dgm:t>
    </dgm:pt>
    <dgm:pt modelId="{ABADEB3D-1976-407C-8F2B-9F289486142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aseline="0"/>
            <a:t>• Hva kan du delegere, prioritere, forbedre?</a:t>
          </a:r>
          <a:endParaRPr lang="en-US"/>
        </a:p>
      </dgm:t>
    </dgm:pt>
    <dgm:pt modelId="{3BC57E1A-69C7-4CAC-88BD-0FF933F6BC0F}" type="parTrans" cxnId="{99FB66ED-4014-450E-B28B-DD398BB1F205}">
      <dgm:prSet/>
      <dgm:spPr/>
      <dgm:t>
        <a:bodyPr/>
        <a:lstStyle/>
        <a:p>
          <a:endParaRPr lang="en-US"/>
        </a:p>
      </dgm:t>
    </dgm:pt>
    <dgm:pt modelId="{8F5B447F-36F2-4515-AD63-E828F82A891F}" type="sibTrans" cxnId="{99FB66ED-4014-450E-B28B-DD398BB1F205}">
      <dgm:prSet/>
      <dgm:spPr/>
      <dgm:t>
        <a:bodyPr/>
        <a:lstStyle/>
        <a:p>
          <a:endParaRPr lang="en-US"/>
        </a:p>
      </dgm:t>
    </dgm:pt>
    <dgm:pt modelId="{875CD56E-00AC-4D34-A2A7-06DC23C9D005}" type="pres">
      <dgm:prSet presAssocID="{8E3DA598-0FC7-43A8-A223-ADBA05B01C0E}" presName="root" presStyleCnt="0">
        <dgm:presLayoutVars>
          <dgm:dir/>
          <dgm:resizeHandles val="exact"/>
        </dgm:presLayoutVars>
      </dgm:prSet>
      <dgm:spPr/>
    </dgm:pt>
    <dgm:pt modelId="{64C4E53F-C670-4EA7-97F7-5E74F5F08637}" type="pres">
      <dgm:prSet presAssocID="{ED925F31-DF8D-41CA-92D7-54E37F84F2CE}" presName="compNode" presStyleCnt="0"/>
      <dgm:spPr/>
    </dgm:pt>
    <dgm:pt modelId="{973DB867-E34F-4273-8F40-9D7262A87761}" type="pres">
      <dgm:prSet presAssocID="{ED925F31-DF8D-41CA-92D7-54E37F84F2CE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ACAB4E3-AA1E-48FB-8142-296FEAD09CA1}" type="pres">
      <dgm:prSet presAssocID="{ED925F31-DF8D-41CA-92D7-54E37F84F2C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merking"/>
        </a:ext>
      </dgm:extLst>
    </dgm:pt>
    <dgm:pt modelId="{88CD64D0-A262-430B-8CB0-32FD95AA05EC}" type="pres">
      <dgm:prSet presAssocID="{ED925F31-DF8D-41CA-92D7-54E37F84F2CE}" presName="spaceRect" presStyleCnt="0"/>
      <dgm:spPr/>
    </dgm:pt>
    <dgm:pt modelId="{FC6CB97B-5FD5-4A32-B8AB-4B3DD099F797}" type="pres">
      <dgm:prSet presAssocID="{ED925F31-DF8D-41CA-92D7-54E37F84F2CE}" presName="textRect" presStyleLbl="revTx" presStyleIdx="0" presStyleCnt="2">
        <dgm:presLayoutVars>
          <dgm:chMax val="1"/>
          <dgm:chPref val="1"/>
        </dgm:presLayoutVars>
      </dgm:prSet>
      <dgm:spPr/>
    </dgm:pt>
    <dgm:pt modelId="{1CC2412B-64D2-4852-92FD-AE2EFC4E3097}" type="pres">
      <dgm:prSet presAssocID="{460E6DC9-924E-482D-B0E4-A122A7996C26}" presName="sibTrans" presStyleCnt="0"/>
      <dgm:spPr/>
    </dgm:pt>
    <dgm:pt modelId="{545B9833-EEB2-415F-AFEA-12DD975F9679}" type="pres">
      <dgm:prSet presAssocID="{ABADEB3D-1976-407C-8F2B-9F2894861423}" presName="compNode" presStyleCnt="0"/>
      <dgm:spPr/>
    </dgm:pt>
    <dgm:pt modelId="{C23CF21C-DE80-4676-9379-B4940F877F65}" type="pres">
      <dgm:prSet presAssocID="{ABADEB3D-1976-407C-8F2B-9F2894861423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F4E74998-8261-4CAB-8585-E16C889D4B1A}" type="pres">
      <dgm:prSet presAssocID="{ABADEB3D-1976-407C-8F2B-9F289486142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DC956F1E-6E92-41AE-B791-CB4178852E66}" type="pres">
      <dgm:prSet presAssocID="{ABADEB3D-1976-407C-8F2B-9F2894861423}" presName="spaceRect" presStyleCnt="0"/>
      <dgm:spPr/>
    </dgm:pt>
    <dgm:pt modelId="{EB83EB09-C7CC-4EEE-8DBD-AFFDEA49E56C}" type="pres">
      <dgm:prSet presAssocID="{ABADEB3D-1976-407C-8F2B-9F289486142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EE1B121-093E-4BA9-BBC7-5BA1DB974AE5}" type="presOf" srcId="{8E3DA598-0FC7-43A8-A223-ADBA05B01C0E}" destId="{875CD56E-00AC-4D34-A2A7-06DC23C9D005}" srcOrd="0" destOrd="0" presId="urn:microsoft.com/office/officeart/2018/5/layout/IconLeafLabelList"/>
    <dgm:cxn modelId="{74366384-444F-4FCF-A8AA-A337CB9E617B}" type="presOf" srcId="{ED925F31-DF8D-41CA-92D7-54E37F84F2CE}" destId="{FC6CB97B-5FD5-4A32-B8AB-4B3DD099F797}" srcOrd="0" destOrd="0" presId="urn:microsoft.com/office/officeart/2018/5/layout/IconLeafLabelList"/>
    <dgm:cxn modelId="{2792D887-946A-41FB-B1EE-095B7E196CC3}" type="presOf" srcId="{ABADEB3D-1976-407C-8F2B-9F2894861423}" destId="{EB83EB09-C7CC-4EEE-8DBD-AFFDEA49E56C}" srcOrd="0" destOrd="0" presId="urn:microsoft.com/office/officeart/2018/5/layout/IconLeafLabelList"/>
    <dgm:cxn modelId="{233AD3B5-7EDE-4D5E-8D56-B4C16DD34FD2}" srcId="{8E3DA598-0FC7-43A8-A223-ADBA05B01C0E}" destId="{ED925F31-DF8D-41CA-92D7-54E37F84F2CE}" srcOrd="0" destOrd="0" parTransId="{6F81A512-C34C-4BB8-8A2F-43F816F1D32B}" sibTransId="{460E6DC9-924E-482D-B0E4-A122A7996C26}"/>
    <dgm:cxn modelId="{99FB66ED-4014-450E-B28B-DD398BB1F205}" srcId="{8E3DA598-0FC7-43A8-A223-ADBA05B01C0E}" destId="{ABADEB3D-1976-407C-8F2B-9F2894861423}" srcOrd="1" destOrd="0" parTransId="{3BC57E1A-69C7-4CAC-88BD-0FF933F6BC0F}" sibTransId="{8F5B447F-36F2-4515-AD63-E828F82A891F}"/>
    <dgm:cxn modelId="{265AF325-62F7-463D-BBC5-F564193BA003}" type="presParOf" srcId="{875CD56E-00AC-4D34-A2A7-06DC23C9D005}" destId="{64C4E53F-C670-4EA7-97F7-5E74F5F08637}" srcOrd="0" destOrd="0" presId="urn:microsoft.com/office/officeart/2018/5/layout/IconLeafLabelList"/>
    <dgm:cxn modelId="{7A9F8B88-7F37-4729-818A-945E7A897F31}" type="presParOf" srcId="{64C4E53F-C670-4EA7-97F7-5E74F5F08637}" destId="{973DB867-E34F-4273-8F40-9D7262A87761}" srcOrd="0" destOrd="0" presId="urn:microsoft.com/office/officeart/2018/5/layout/IconLeafLabelList"/>
    <dgm:cxn modelId="{DD432F3B-B0E0-469A-A60D-6BC2B53901F2}" type="presParOf" srcId="{64C4E53F-C670-4EA7-97F7-5E74F5F08637}" destId="{2ACAB4E3-AA1E-48FB-8142-296FEAD09CA1}" srcOrd="1" destOrd="0" presId="urn:microsoft.com/office/officeart/2018/5/layout/IconLeafLabelList"/>
    <dgm:cxn modelId="{4869D203-4EE9-4E0D-A562-411471FC9B28}" type="presParOf" srcId="{64C4E53F-C670-4EA7-97F7-5E74F5F08637}" destId="{88CD64D0-A262-430B-8CB0-32FD95AA05EC}" srcOrd="2" destOrd="0" presId="urn:microsoft.com/office/officeart/2018/5/layout/IconLeafLabelList"/>
    <dgm:cxn modelId="{386739EB-B3B2-48D9-9217-0D15F3856501}" type="presParOf" srcId="{64C4E53F-C670-4EA7-97F7-5E74F5F08637}" destId="{FC6CB97B-5FD5-4A32-B8AB-4B3DD099F797}" srcOrd="3" destOrd="0" presId="urn:microsoft.com/office/officeart/2018/5/layout/IconLeafLabelList"/>
    <dgm:cxn modelId="{41530E28-A8F2-47BE-81E2-DBF2BBC6049B}" type="presParOf" srcId="{875CD56E-00AC-4D34-A2A7-06DC23C9D005}" destId="{1CC2412B-64D2-4852-92FD-AE2EFC4E3097}" srcOrd="1" destOrd="0" presId="urn:microsoft.com/office/officeart/2018/5/layout/IconLeafLabelList"/>
    <dgm:cxn modelId="{EB4A2563-C477-4FAF-8498-1FD7C00F10F9}" type="presParOf" srcId="{875CD56E-00AC-4D34-A2A7-06DC23C9D005}" destId="{545B9833-EEB2-415F-AFEA-12DD975F9679}" srcOrd="2" destOrd="0" presId="urn:microsoft.com/office/officeart/2018/5/layout/IconLeafLabelList"/>
    <dgm:cxn modelId="{BEBD4A33-E134-46B3-ADAA-87517DD7BF6F}" type="presParOf" srcId="{545B9833-EEB2-415F-AFEA-12DD975F9679}" destId="{C23CF21C-DE80-4676-9379-B4940F877F65}" srcOrd="0" destOrd="0" presId="urn:microsoft.com/office/officeart/2018/5/layout/IconLeafLabelList"/>
    <dgm:cxn modelId="{CE231B9B-9566-4F8D-9095-70CD35EDBA2C}" type="presParOf" srcId="{545B9833-EEB2-415F-AFEA-12DD975F9679}" destId="{F4E74998-8261-4CAB-8585-E16C889D4B1A}" srcOrd="1" destOrd="0" presId="urn:microsoft.com/office/officeart/2018/5/layout/IconLeafLabelList"/>
    <dgm:cxn modelId="{067D3F8B-ACA9-40C1-9548-C91435032C7C}" type="presParOf" srcId="{545B9833-EEB2-415F-AFEA-12DD975F9679}" destId="{DC956F1E-6E92-41AE-B791-CB4178852E66}" srcOrd="2" destOrd="0" presId="urn:microsoft.com/office/officeart/2018/5/layout/IconLeafLabelList"/>
    <dgm:cxn modelId="{7B1FD191-3166-423B-8AFE-DD7205C92965}" type="presParOf" srcId="{545B9833-EEB2-415F-AFEA-12DD975F9679}" destId="{EB83EB09-C7CC-4EEE-8DBD-AFFDEA49E56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8EC7127-0F84-4062-9095-536148B0C6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F100D1C-7E77-4492-AB24-3CDD23A1E899}">
      <dgm:prSet/>
      <dgm:spPr/>
      <dgm:t>
        <a:bodyPr/>
        <a:lstStyle/>
        <a:p>
          <a:r>
            <a:rPr lang="en-US"/>
            <a:t>• Bruk AI til å lage grafikk, slides og bilder</a:t>
          </a:r>
        </a:p>
      </dgm:t>
    </dgm:pt>
    <dgm:pt modelId="{586FE41D-D18D-4DE1-AD06-8EC1A2D985A4}" type="parTrans" cxnId="{9B684527-700C-42F9-A7DB-1238453F840B}">
      <dgm:prSet/>
      <dgm:spPr/>
      <dgm:t>
        <a:bodyPr/>
        <a:lstStyle/>
        <a:p>
          <a:endParaRPr lang="en-US"/>
        </a:p>
      </dgm:t>
    </dgm:pt>
    <dgm:pt modelId="{3C9957EF-568C-4738-A0BE-0B00B30007E1}" type="sibTrans" cxnId="{9B684527-700C-42F9-A7DB-1238453F840B}">
      <dgm:prSet/>
      <dgm:spPr/>
      <dgm:t>
        <a:bodyPr/>
        <a:lstStyle/>
        <a:p>
          <a:endParaRPr lang="en-US"/>
        </a:p>
      </dgm:t>
    </dgm:pt>
    <dgm:pt modelId="{8ED886DA-FAFB-4A5A-B33E-BD1F87FA3B0C}">
      <dgm:prSet/>
      <dgm:spPr/>
      <dgm:t>
        <a:bodyPr/>
        <a:lstStyle/>
        <a:p>
          <a:r>
            <a:rPr lang="en-US"/>
            <a:t>• Raskt lage presentasjoner og illustrasjoner</a:t>
          </a:r>
        </a:p>
      </dgm:t>
    </dgm:pt>
    <dgm:pt modelId="{963C1484-4492-4CF4-A2E7-EB384FCA9BDE}" type="parTrans" cxnId="{5E9DBE99-E50D-414C-91E0-71BC5431B3B2}">
      <dgm:prSet/>
      <dgm:spPr/>
      <dgm:t>
        <a:bodyPr/>
        <a:lstStyle/>
        <a:p>
          <a:endParaRPr lang="en-US"/>
        </a:p>
      </dgm:t>
    </dgm:pt>
    <dgm:pt modelId="{9457FE15-A6E8-4613-AFEE-8FE9627DA1B3}" type="sibTrans" cxnId="{5E9DBE99-E50D-414C-91E0-71BC5431B3B2}">
      <dgm:prSet/>
      <dgm:spPr/>
      <dgm:t>
        <a:bodyPr/>
        <a:lstStyle/>
        <a:p>
          <a:endParaRPr lang="en-US"/>
        </a:p>
      </dgm:t>
    </dgm:pt>
    <dgm:pt modelId="{F309C1F3-71C9-48D8-9C9A-6F3637987BCB}">
      <dgm:prSet/>
      <dgm:spPr/>
      <dgm:t>
        <a:bodyPr/>
        <a:lstStyle/>
        <a:p>
          <a:r>
            <a:rPr lang="en-US"/>
            <a:t>• Ideelt for sosiale medier, blogg, presentasjoner</a:t>
          </a:r>
        </a:p>
      </dgm:t>
    </dgm:pt>
    <dgm:pt modelId="{2EE5DE8E-C439-47AE-AA4E-CCB4A18D59CC}" type="parTrans" cxnId="{1038FAD0-0ABB-4057-A50C-2E62CAA58BD5}">
      <dgm:prSet/>
      <dgm:spPr/>
      <dgm:t>
        <a:bodyPr/>
        <a:lstStyle/>
        <a:p>
          <a:endParaRPr lang="en-US"/>
        </a:p>
      </dgm:t>
    </dgm:pt>
    <dgm:pt modelId="{355DAB82-5EE1-4B5E-B76D-8484F78ACC6A}" type="sibTrans" cxnId="{1038FAD0-0ABB-4057-A50C-2E62CAA58BD5}">
      <dgm:prSet/>
      <dgm:spPr/>
      <dgm:t>
        <a:bodyPr/>
        <a:lstStyle/>
        <a:p>
          <a:endParaRPr lang="en-US"/>
        </a:p>
      </dgm:t>
    </dgm:pt>
    <dgm:pt modelId="{AA63282C-69E9-4468-9FC5-4473EC056D0F}" type="pres">
      <dgm:prSet presAssocID="{08EC7127-0F84-4062-9095-536148B0C680}" presName="root" presStyleCnt="0">
        <dgm:presLayoutVars>
          <dgm:dir/>
          <dgm:resizeHandles val="exact"/>
        </dgm:presLayoutVars>
      </dgm:prSet>
      <dgm:spPr/>
    </dgm:pt>
    <dgm:pt modelId="{0F767FB4-11D8-4103-A3A8-3756B6CFC1C7}" type="pres">
      <dgm:prSet presAssocID="{5F100D1C-7E77-4492-AB24-3CDD23A1E899}" presName="compNode" presStyleCnt="0"/>
      <dgm:spPr/>
    </dgm:pt>
    <dgm:pt modelId="{D918F05F-1D27-400A-BE53-3915AB8453D1}" type="pres">
      <dgm:prSet presAssocID="{5F100D1C-7E77-4492-AB24-3CDD23A1E899}" presName="bgRect" presStyleLbl="bgShp" presStyleIdx="0" presStyleCnt="3"/>
      <dgm:spPr/>
    </dgm:pt>
    <dgm:pt modelId="{932FE070-0FFA-4AF4-AFA0-C95EC95DF5D6}" type="pres">
      <dgm:prSet presAssocID="{5F100D1C-7E77-4492-AB24-3CDD23A1E8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lde"/>
        </a:ext>
      </dgm:extLst>
    </dgm:pt>
    <dgm:pt modelId="{91338779-3D0E-4FBC-96D2-9FC7A184E90D}" type="pres">
      <dgm:prSet presAssocID="{5F100D1C-7E77-4492-AB24-3CDD23A1E899}" presName="spaceRect" presStyleCnt="0"/>
      <dgm:spPr/>
    </dgm:pt>
    <dgm:pt modelId="{1A39F2B7-2D9D-4E2D-91CA-76F2F755A535}" type="pres">
      <dgm:prSet presAssocID="{5F100D1C-7E77-4492-AB24-3CDD23A1E899}" presName="parTx" presStyleLbl="revTx" presStyleIdx="0" presStyleCnt="3">
        <dgm:presLayoutVars>
          <dgm:chMax val="0"/>
          <dgm:chPref val="0"/>
        </dgm:presLayoutVars>
      </dgm:prSet>
      <dgm:spPr/>
    </dgm:pt>
    <dgm:pt modelId="{EA8C4071-9D22-4F18-A6A0-650C2B8768F7}" type="pres">
      <dgm:prSet presAssocID="{3C9957EF-568C-4738-A0BE-0B00B30007E1}" presName="sibTrans" presStyleCnt="0"/>
      <dgm:spPr/>
    </dgm:pt>
    <dgm:pt modelId="{1A728C3F-1AD1-44FE-ADC3-42E7377D9932}" type="pres">
      <dgm:prSet presAssocID="{8ED886DA-FAFB-4A5A-B33E-BD1F87FA3B0C}" presName="compNode" presStyleCnt="0"/>
      <dgm:spPr/>
    </dgm:pt>
    <dgm:pt modelId="{C5263EB4-5196-493E-A27B-C24CF5B101C7}" type="pres">
      <dgm:prSet presAssocID="{8ED886DA-FAFB-4A5A-B33E-BD1F87FA3B0C}" presName="bgRect" presStyleLbl="bgShp" presStyleIdx="1" presStyleCnt="3"/>
      <dgm:spPr/>
    </dgm:pt>
    <dgm:pt modelId="{199B1E6B-AD03-49F1-8C57-D3FFC6BD8081}" type="pres">
      <dgm:prSet presAssocID="{8ED886DA-FAFB-4A5A-B33E-BD1F87FA3B0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ærer"/>
        </a:ext>
      </dgm:extLst>
    </dgm:pt>
    <dgm:pt modelId="{BCE9CB46-6FC0-42AF-926B-1786E0F6AF91}" type="pres">
      <dgm:prSet presAssocID="{8ED886DA-FAFB-4A5A-B33E-BD1F87FA3B0C}" presName="spaceRect" presStyleCnt="0"/>
      <dgm:spPr/>
    </dgm:pt>
    <dgm:pt modelId="{50419318-F05D-4BBD-AE8F-1162BA5C49E7}" type="pres">
      <dgm:prSet presAssocID="{8ED886DA-FAFB-4A5A-B33E-BD1F87FA3B0C}" presName="parTx" presStyleLbl="revTx" presStyleIdx="1" presStyleCnt="3">
        <dgm:presLayoutVars>
          <dgm:chMax val="0"/>
          <dgm:chPref val="0"/>
        </dgm:presLayoutVars>
      </dgm:prSet>
      <dgm:spPr/>
    </dgm:pt>
    <dgm:pt modelId="{29F32188-FCF4-499E-BCC4-6D043CBA26A0}" type="pres">
      <dgm:prSet presAssocID="{9457FE15-A6E8-4613-AFEE-8FE9627DA1B3}" presName="sibTrans" presStyleCnt="0"/>
      <dgm:spPr/>
    </dgm:pt>
    <dgm:pt modelId="{F3099313-4922-4607-B444-59054E81809B}" type="pres">
      <dgm:prSet presAssocID="{F309C1F3-71C9-48D8-9C9A-6F3637987BCB}" presName="compNode" presStyleCnt="0"/>
      <dgm:spPr/>
    </dgm:pt>
    <dgm:pt modelId="{4AF1E1DD-8F4E-46E5-8BFA-42E32419B8D3}" type="pres">
      <dgm:prSet presAssocID="{F309C1F3-71C9-48D8-9C9A-6F3637987BCB}" presName="bgRect" presStyleLbl="bgShp" presStyleIdx="2" presStyleCnt="3"/>
      <dgm:spPr/>
    </dgm:pt>
    <dgm:pt modelId="{F227444F-602D-4761-AE38-8E46A05FCADA}" type="pres">
      <dgm:prSet presAssocID="{F309C1F3-71C9-48D8-9C9A-6F3637987BC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dsføring"/>
        </a:ext>
      </dgm:extLst>
    </dgm:pt>
    <dgm:pt modelId="{4102854F-DC0C-4C73-B28E-5D952E812586}" type="pres">
      <dgm:prSet presAssocID="{F309C1F3-71C9-48D8-9C9A-6F3637987BCB}" presName="spaceRect" presStyleCnt="0"/>
      <dgm:spPr/>
    </dgm:pt>
    <dgm:pt modelId="{44DEA812-4D1F-4055-98AC-4ED3CB03E42A}" type="pres">
      <dgm:prSet presAssocID="{F309C1F3-71C9-48D8-9C9A-6F3637987BC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B684527-700C-42F9-A7DB-1238453F840B}" srcId="{08EC7127-0F84-4062-9095-536148B0C680}" destId="{5F100D1C-7E77-4492-AB24-3CDD23A1E899}" srcOrd="0" destOrd="0" parTransId="{586FE41D-D18D-4DE1-AD06-8EC1A2D985A4}" sibTransId="{3C9957EF-568C-4738-A0BE-0B00B30007E1}"/>
    <dgm:cxn modelId="{529FD35F-20C5-40CA-AE8A-4FD417354206}" type="presOf" srcId="{5F100D1C-7E77-4492-AB24-3CDD23A1E899}" destId="{1A39F2B7-2D9D-4E2D-91CA-76F2F755A535}" srcOrd="0" destOrd="0" presId="urn:microsoft.com/office/officeart/2018/2/layout/IconVerticalSolidList"/>
    <dgm:cxn modelId="{5E9DBE99-E50D-414C-91E0-71BC5431B3B2}" srcId="{08EC7127-0F84-4062-9095-536148B0C680}" destId="{8ED886DA-FAFB-4A5A-B33E-BD1F87FA3B0C}" srcOrd="1" destOrd="0" parTransId="{963C1484-4492-4CF4-A2E7-EB384FCA9BDE}" sibTransId="{9457FE15-A6E8-4613-AFEE-8FE9627DA1B3}"/>
    <dgm:cxn modelId="{7C2F11C8-8CA2-4C54-8BE1-5C737E570C63}" type="presOf" srcId="{8ED886DA-FAFB-4A5A-B33E-BD1F87FA3B0C}" destId="{50419318-F05D-4BBD-AE8F-1162BA5C49E7}" srcOrd="0" destOrd="0" presId="urn:microsoft.com/office/officeart/2018/2/layout/IconVerticalSolidList"/>
    <dgm:cxn modelId="{1038FAD0-0ABB-4057-A50C-2E62CAA58BD5}" srcId="{08EC7127-0F84-4062-9095-536148B0C680}" destId="{F309C1F3-71C9-48D8-9C9A-6F3637987BCB}" srcOrd="2" destOrd="0" parTransId="{2EE5DE8E-C439-47AE-AA4E-CCB4A18D59CC}" sibTransId="{355DAB82-5EE1-4B5E-B76D-8484F78ACC6A}"/>
    <dgm:cxn modelId="{DFCAF5D8-675C-479A-BBDB-AA04B15C30D7}" type="presOf" srcId="{F309C1F3-71C9-48D8-9C9A-6F3637987BCB}" destId="{44DEA812-4D1F-4055-98AC-4ED3CB03E42A}" srcOrd="0" destOrd="0" presId="urn:microsoft.com/office/officeart/2018/2/layout/IconVerticalSolidList"/>
    <dgm:cxn modelId="{04BAB3DD-A4D7-4B6C-BFF0-AAE1A1CF42AF}" type="presOf" srcId="{08EC7127-0F84-4062-9095-536148B0C680}" destId="{AA63282C-69E9-4468-9FC5-4473EC056D0F}" srcOrd="0" destOrd="0" presId="urn:microsoft.com/office/officeart/2018/2/layout/IconVerticalSolidList"/>
    <dgm:cxn modelId="{5E111263-7ED5-44AF-9183-3A6BB0FC19FE}" type="presParOf" srcId="{AA63282C-69E9-4468-9FC5-4473EC056D0F}" destId="{0F767FB4-11D8-4103-A3A8-3756B6CFC1C7}" srcOrd="0" destOrd="0" presId="urn:microsoft.com/office/officeart/2018/2/layout/IconVerticalSolidList"/>
    <dgm:cxn modelId="{7ED21410-8F64-4785-A98D-E3E3EB637147}" type="presParOf" srcId="{0F767FB4-11D8-4103-A3A8-3756B6CFC1C7}" destId="{D918F05F-1D27-400A-BE53-3915AB8453D1}" srcOrd="0" destOrd="0" presId="urn:microsoft.com/office/officeart/2018/2/layout/IconVerticalSolidList"/>
    <dgm:cxn modelId="{A23BAF2D-55AB-403E-AAE1-FEE4767FFE26}" type="presParOf" srcId="{0F767FB4-11D8-4103-A3A8-3756B6CFC1C7}" destId="{932FE070-0FFA-4AF4-AFA0-C95EC95DF5D6}" srcOrd="1" destOrd="0" presId="urn:microsoft.com/office/officeart/2018/2/layout/IconVerticalSolidList"/>
    <dgm:cxn modelId="{FDB4B67F-8A4E-442A-A3D7-59B2FD2ECF21}" type="presParOf" srcId="{0F767FB4-11D8-4103-A3A8-3756B6CFC1C7}" destId="{91338779-3D0E-4FBC-96D2-9FC7A184E90D}" srcOrd="2" destOrd="0" presId="urn:microsoft.com/office/officeart/2018/2/layout/IconVerticalSolidList"/>
    <dgm:cxn modelId="{823E1C8F-0E52-4361-AF25-1D87CB4207B1}" type="presParOf" srcId="{0F767FB4-11D8-4103-A3A8-3756B6CFC1C7}" destId="{1A39F2B7-2D9D-4E2D-91CA-76F2F755A535}" srcOrd="3" destOrd="0" presId="urn:microsoft.com/office/officeart/2018/2/layout/IconVerticalSolidList"/>
    <dgm:cxn modelId="{7364AD9A-7C9A-4B83-82ED-9F66C1599BEC}" type="presParOf" srcId="{AA63282C-69E9-4468-9FC5-4473EC056D0F}" destId="{EA8C4071-9D22-4F18-A6A0-650C2B8768F7}" srcOrd="1" destOrd="0" presId="urn:microsoft.com/office/officeart/2018/2/layout/IconVerticalSolidList"/>
    <dgm:cxn modelId="{123DF048-D61E-48F8-B188-58D4A42DFC1D}" type="presParOf" srcId="{AA63282C-69E9-4468-9FC5-4473EC056D0F}" destId="{1A728C3F-1AD1-44FE-ADC3-42E7377D9932}" srcOrd="2" destOrd="0" presId="urn:microsoft.com/office/officeart/2018/2/layout/IconVerticalSolidList"/>
    <dgm:cxn modelId="{2E0ACC92-28A6-4706-92CB-1C9839E80A3C}" type="presParOf" srcId="{1A728C3F-1AD1-44FE-ADC3-42E7377D9932}" destId="{C5263EB4-5196-493E-A27B-C24CF5B101C7}" srcOrd="0" destOrd="0" presId="urn:microsoft.com/office/officeart/2018/2/layout/IconVerticalSolidList"/>
    <dgm:cxn modelId="{F640AD74-F231-4CFC-9759-315D46F0FEE0}" type="presParOf" srcId="{1A728C3F-1AD1-44FE-ADC3-42E7377D9932}" destId="{199B1E6B-AD03-49F1-8C57-D3FFC6BD8081}" srcOrd="1" destOrd="0" presId="urn:microsoft.com/office/officeart/2018/2/layout/IconVerticalSolidList"/>
    <dgm:cxn modelId="{53EE4807-EB8A-4992-98A1-CD25715F4C7E}" type="presParOf" srcId="{1A728C3F-1AD1-44FE-ADC3-42E7377D9932}" destId="{BCE9CB46-6FC0-42AF-926B-1786E0F6AF91}" srcOrd="2" destOrd="0" presId="urn:microsoft.com/office/officeart/2018/2/layout/IconVerticalSolidList"/>
    <dgm:cxn modelId="{2F87E5BC-4C6E-4CC9-B384-F3E2D8DCDB16}" type="presParOf" srcId="{1A728C3F-1AD1-44FE-ADC3-42E7377D9932}" destId="{50419318-F05D-4BBD-AE8F-1162BA5C49E7}" srcOrd="3" destOrd="0" presId="urn:microsoft.com/office/officeart/2018/2/layout/IconVerticalSolidList"/>
    <dgm:cxn modelId="{67103618-5F53-44D8-8102-EE11D6D9A0BF}" type="presParOf" srcId="{AA63282C-69E9-4468-9FC5-4473EC056D0F}" destId="{29F32188-FCF4-499E-BCC4-6D043CBA26A0}" srcOrd="3" destOrd="0" presId="urn:microsoft.com/office/officeart/2018/2/layout/IconVerticalSolidList"/>
    <dgm:cxn modelId="{72602B83-3A18-40A0-BF45-2A5C09A63259}" type="presParOf" srcId="{AA63282C-69E9-4468-9FC5-4473EC056D0F}" destId="{F3099313-4922-4607-B444-59054E81809B}" srcOrd="4" destOrd="0" presId="urn:microsoft.com/office/officeart/2018/2/layout/IconVerticalSolidList"/>
    <dgm:cxn modelId="{FC482F77-A173-43CA-AFA3-D7CDA65FCCF8}" type="presParOf" srcId="{F3099313-4922-4607-B444-59054E81809B}" destId="{4AF1E1DD-8F4E-46E5-8BFA-42E32419B8D3}" srcOrd="0" destOrd="0" presId="urn:microsoft.com/office/officeart/2018/2/layout/IconVerticalSolidList"/>
    <dgm:cxn modelId="{25E26F09-FF46-44F2-84D5-282F4C48F225}" type="presParOf" srcId="{F3099313-4922-4607-B444-59054E81809B}" destId="{F227444F-602D-4761-AE38-8E46A05FCADA}" srcOrd="1" destOrd="0" presId="urn:microsoft.com/office/officeart/2018/2/layout/IconVerticalSolidList"/>
    <dgm:cxn modelId="{56FFAFB8-5ABD-4256-A59F-0FB5A32B6A9F}" type="presParOf" srcId="{F3099313-4922-4607-B444-59054E81809B}" destId="{4102854F-DC0C-4C73-B28E-5D952E812586}" srcOrd="2" destOrd="0" presId="urn:microsoft.com/office/officeart/2018/2/layout/IconVerticalSolidList"/>
    <dgm:cxn modelId="{342BC881-FC40-4801-BC09-E159CA4FB34B}" type="presParOf" srcId="{F3099313-4922-4607-B444-59054E81809B}" destId="{44DEA812-4D1F-4055-98AC-4ED3CB03E4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CF8F9C0-F23D-4F34-BC90-BAE6468D77F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2C97388-3ED2-42C6-A508-F5DFEAC5072E}">
      <dgm:prSet/>
      <dgm:spPr/>
      <dgm:t>
        <a:bodyPr/>
        <a:lstStyle/>
        <a:p>
          <a:r>
            <a:rPr lang="en-US"/>
            <a:t>• Lag en slide med AI-generert bilde og tekst</a:t>
          </a:r>
        </a:p>
      </dgm:t>
    </dgm:pt>
    <dgm:pt modelId="{552D3FBC-A3AE-4A6D-B7A8-B679C98636FC}" type="parTrans" cxnId="{193D1A96-04CF-4C48-9874-6D4D02132F54}">
      <dgm:prSet/>
      <dgm:spPr/>
      <dgm:t>
        <a:bodyPr/>
        <a:lstStyle/>
        <a:p>
          <a:endParaRPr lang="en-US"/>
        </a:p>
      </dgm:t>
    </dgm:pt>
    <dgm:pt modelId="{9DBC7B2E-05F3-4559-B658-FAEF4BD3E964}" type="sibTrans" cxnId="{193D1A96-04CF-4C48-9874-6D4D02132F54}">
      <dgm:prSet/>
      <dgm:spPr/>
      <dgm:t>
        <a:bodyPr/>
        <a:lstStyle/>
        <a:p>
          <a:endParaRPr lang="en-US"/>
        </a:p>
      </dgm:t>
    </dgm:pt>
    <dgm:pt modelId="{43C13C26-D093-4127-8CDC-361EA1290169}">
      <dgm:prSet/>
      <dgm:spPr/>
      <dgm:t>
        <a:bodyPr/>
        <a:lstStyle/>
        <a:p>
          <a:r>
            <a:rPr lang="en-US"/>
            <a:t>• Tema: Introduksjon til AI på jobb</a:t>
          </a:r>
        </a:p>
      </dgm:t>
    </dgm:pt>
    <dgm:pt modelId="{AB13858A-A8E7-4F08-9B52-6866346E04DD}" type="parTrans" cxnId="{ADE11258-ED1D-40A8-865B-3158E02C3A50}">
      <dgm:prSet/>
      <dgm:spPr/>
      <dgm:t>
        <a:bodyPr/>
        <a:lstStyle/>
        <a:p>
          <a:endParaRPr lang="en-US"/>
        </a:p>
      </dgm:t>
    </dgm:pt>
    <dgm:pt modelId="{199FE81B-C23D-4A95-A476-F3F2EBEEF05C}" type="sibTrans" cxnId="{ADE11258-ED1D-40A8-865B-3158E02C3A50}">
      <dgm:prSet/>
      <dgm:spPr/>
      <dgm:t>
        <a:bodyPr/>
        <a:lstStyle/>
        <a:p>
          <a:endParaRPr lang="en-US"/>
        </a:p>
      </dgm:t>
    </dgm:pt>
    <dgm:pt modelId="{BE51C916-6721-4B4C-AA9D-C1EC5A778EAD}" type="pres">
      <dgm:prSet presAssocID="{3CF8F9C0-F23D-4F34-BC90-BAE6468D77F0}" presName="root" presStyleCnt="0">
        <dgm:presLayoutVars>
          <dgm:dir/>
          <dgm:resizeHandles val="exact"/>
        </dgm:presLayoutVars>
      </dgm:prSet>
      <dgm:spPr/>
    </dgm:pt>
    <dgm:pt modelId="{EA079EF4-3426-452F-A479-675B2A16A20E}" type="pres">
      <dgm:prSet presAssocID="{02C97388-3ED2-42C6-A508-F5DFEAC5072E}" presName="compNode" presStyleCnt="0"/>
      <dgm:spPr/>
    </dgm:pt>
    <dgm:pt modelId="{CBC280EA-CAFC-4AE9-80A5-4488AA1830CC}" type="pres">
      <dgm:prSet presAssocID="{02C97388-3ED2-42C6-A508-F5DFEAC5072E}" presName="bgRect" presStyleLbl="bgShp" presStyleIdx="0" presStyleCnt="2"/>
      <dgm:spPr/>
    </dgm:pt>
    <dgm:pt modelId="{C356E5DD-E7E8-4458-A03B-B0F7596EC04B}" type="pres">
      <dgm:prSet presAssocID="{02C97388-3ED2-42C6-A508-F5DFEAC5072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lde"/>
        </a:ext>
      </dgm:extLst>
    </dgm:pt>
    <dgm:pt modelId="{21F62AF0-6045-4476-93EE-88314F8EDBE0}" type="pres">
      <dgm:prSet presAssocID="{02C97388-3ED2-42C6-A508-F5DFEAC5072E}" presName="spaceRect" presStyleCnt="0"/>
      <dgm:spPr/>
    </dgm:pt>
    <dgm:pt modelId="{79CBA999-A46A-41DB-830B-FDFF7AB3931A}" type="pres">
      <dgm:prSet presAssocID="{02C97388-3ED2-42C6-A508-F5DFEAC5072E}" presName="parTx" presStyleLbl="revTx" presStyleIdx="0" presStyleCnt="2">
        <dgm:presLayoutVars>
          <dgm:chMax val="0"/>
          <dgm:chPref val="0"/>
        </dgm:presLayoutVars>
      </dgm:prSet>
      <dgm:spPr/>
    </dgm:pt>
    <dgm:pt modelId="{DA724ECA-799A-4CF0-B2A1-B841AD3DA5A6}" type="pres">
      <dgm:prSet presAssocID="{9DBC7B2E-05F3-4559-B658-FAEF4BD3E964}" presName="sibTrans" presStyleCnt="0"/>
      <dgm:spPr/>
    </dgm:pt>
    <dgm:pt modelId="{D6707FB6-D780-48F9-80CD-C66D9A659F7B}" type="pres">
      <dgm:prSet presAssocID="{43C13C26-D093-4127-8CDC-361EA1290169}" presName="compNode" presStyleCnt="0"/>
      <dgm:spPr/>
    </dgm:pt>
    <dgm:pt modelId="{A407F9B4-6370-47AD-BF6E-BC52AA63340D}" type="pres">
      <dgm:prSet presAssocID="{43C13C26-D093-4127-8CDC-361EA1290169}" presName="bgRect" presStyleLbl="bgShp" presStyleIdx="1" presStyleCnt="2"/>
      <dgm:spPr/>
    </dgm:pt>
    <dgm:pt modelId="{C84F12D7-CF4B-4D44-910A-DA30FDF9D11B}" type="pres">
      <dgm:prSet presAssocID="{43C13C26-D093-4127-8CDC-361EA129016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5FDB66AE-E0A6-41E9-93A6-555C682002BB}" type="pres">
      <dgm:prSet presAssocID="{43C13C26-D093-4127-8CDC-361EA1290169}" presName="spaceRect" presStyleCnt="0"/>
      <dgm:spPr/>
    </dgm:pt>
    <dgm:pt modelId="{DD38F6E8-BF5A-4B38-8AFE-4A2CEBB4F01F}" type="pres">
      <dgm:prSet presAssocID="{43C13C26-D093-4127-8CDC-361EA129016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B25282C-DEBF-4029-A066-8B93D512C10C}" type="presOf" srcId="{3CF8F9C0-F23D-4F34-BC90-BAE6468D77F0}" destId="{BE51C916-6721-4B4C-AA9D-C1EC5A778EAD}" srcOrd="0" destOrd="0" presId="urn:microsoft.com/office/officeart/2018/2/layout/IconVerticalSolidList"/>
    <dgm:cxn modelId="{D7C7C85F-30CA-4321-AC82-C355C3FE3710}" type="presOf" srcId="{02C97388-3ED2-42C6-A508-F5DFEAC5072E}" destId="{79CBA999-A46A-41DB-830B-FDFF7AB3931A}" srcOrd="0" destOrd="0" presId="urn:microsoft.com/office/officeart/2018/2/layout/IconVerticalSolidList"/>
    <dgm:cxn modelId="{ADE11258-ED1D-40A8-865B-3158E02C3A50}" srcId="{3CF8F9C0-F23D-4F34-BC90-BAE6468D77F0}" destId="{43C13C26-D093-4127-8CDC-361EA1290169}" srcOrd="1" destOrd="0" parTransId="{AB13858A-A8E7-4F08-9B52-6866346E04DD}" sibTransId="{199FE81B-C23D-4A95-A476-F3F2EBEEF05C}"/>
    <dgm:cxn modelId="{193D1A96-04CF-4C48-9874-6D4D02132F54}" srcId="{3CF8F9C0-F23D-4F34-BC90-BAE6468D77F0}" destId="{02C97388-3ED2-42C6-A508-F5DFEAC5072E}" srcOrd="0" destOrd="0" parTransId="{552D3FBC-A3AE-4A6D-B7A8-B679C98636FC}" sibTransId="{9DBC7B2E-05F3-4559-B658-FAEF4BD3E964}"/>
    <dgm:cxn modelId="{73EF65CA-4336-4D2C-BE14-E150D3723911}" type="presOf" srcId="{43C13C26-D093-4127-8CDC-361EA1290169}" destId="{DD38F6E8-BF5A-4B38-8AFE-4A2CEBB4F01F}" srcOrd="0" destOrd="0" presId="urn:microsoft.com/office/officeart/2018/2/layout/IconVerticalSolidList"/>
    <dgm:cxn modelId="{BE251046-8097-4EFF-AA87-155EF726CBA9}" type="presParOf" srcId="{BE51C916-6721-4B4C-AA9D-C1EC5A778EAD}" destId="{EA079EF4-3426-452F-A479-675B2A16A20E}" srcOrd="0" destOrd="0" presId="urn:microsoft.com/office/officeart/2018/2/layout/IconVerticalSolidList"/>
    <dgm:cxn modelId="{48D4C229-18F6-4F69-8AED-7B900E960EBF}" type="presParOf" srcId="{EA079EF4-3426-452F-A479-675B2A16A20E}" destId="{CBC280EA-CAFC-4AE9-80A5-4488AA1830CC}" srcOrd="0" destOrd="0" presId="urn:microsoft.com/office/officeart/2018/2/layout/IconVerticalSolidList"/>
    <dgm:cxn modelId="{28333612-731F-4C59-B869-D6D57B62B071}" type="presParOf" srcId="{EA079EF4-3426-452F-A479-675B2A16A20E}" destId="{C356E5DD-E7E8-4458-A03B-B0F7596EC04B}" srcOrd="1" destOrd="0" presId="urn:microsoft.com/office/officeart/2018/2/layout/IconVerticalSolidList"/>
    <dgm:cxn modelId="{01589A68-F05C-44F8-9FA1-A8B19972C6FE}" type="presParOf" srcId="{EA079EF4-3426-452F-A479-675B2A16A20E}" destId="{21F62AF0-6045-4476-93EE-88314F8EDBE0}" srcOrd="2" destOrd="0" presId="urn:microsoft.com/office/officeart/2018/2/layout/IconVerticalSolidList"/>
    <dgm:cxn modelId="{059EA5BF-FF2A-44FD-9DD5-96707CCF62CF}" type="presParOf" srcId="{EA079EF4-3426-452F-A479-675B2A16A20E}" destId="{79CBA999-A46A-41DB-830B-FDFF7AB3931A}" srcOrd="3" destOrd="0" presId="urn:microsoft.com/office/officeart/2018/2/layout/IconVerticalSolidList"/>
    <dgm:cxn modelId="{1F76BD8E-D1C9-42C8-A090-7E0565F64458}" type="presParOf" srcId="{BE51C916-6721-4B4C-AA9D-C1EC5A778EAD}" destId="{DA724ECA-799A-4CF0-B2A1-B841AD3DA5A6}" srcOrd="1" destOrd="0" presId="urn:microsoft.com/office/officeart/2018/2/layout/IconVerticalSolidList"/>
    <dgm:cxn modelId="{82A1C97E-C317-4945-8C63-E17EDC323736}" type="presParOf" srcId="{BE51C916-6721-4B4C-AA9D-C1EC5A778EAD}" destId="{D6707FB6-D780-48F9-80CD-C66D9A659F7B}" srcOrd="2" destOrd="0" presId="urn:microsoft.com/office/officeart/2018/2/layout/IconVerticalSolidList"/>
    <dgm:cxn modelId="{ED6EBC81-8A35-4AB5-A40E-CA2F65368AF2}" type="presParOf" srcId="{D6707FB6-D780-48F9-80CD-C66D9A659F7B}" destId="{A407F9B4-6370-47AD-BF6E-BC52AA63340D}" srcOrd="0" destOrd="0" presId="urn:microsoft.com/office/officeart/2018/2/layout/IconVerticalSolidList"/>
    <dgm:cxn modelId="{5A54F339-10BB-4198-B62B-F765E7746DD4}" type="presParOf" srcId="{D6707FB6-D780-48F9-80CD-C66D9A659F7B}" destId="{C84F12D7-CF4B-4D44-910A-DA30FDF9D11B}" srcOrd="1" destOrd="0" presId="urn:microsoft.com/office/officeart/2018/2/layout/IconVerticalSolidList"/>
    <dgm:cxn modelId="{E1E0574E-95F1-40EE-A63A-E463620AEB83}" type="presParOf" srcId="{D6707FB6-D780-48F9-80CD-C66D9A659F7B}" destId="{5FDB66AE-E0A6-41E9-93A6-555C682002BB}" srcOrd="2" destOrd="0" presId="urn:microsoft.com/office/officeart/2018/2/layout/IconVerticalSolidList"/>
    <dgm:cxn modelId="{9AD74CDC-7559-4822-821E-C3612431DF33}" type="presParOf" srcId="{D6707FB6-D780-48F9-80CD-C66D9A659F7B}" destId="{DD38F6E8-BF5A-4B38-8AFE-4A2CEBB4F0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56C065A-6C78-4106-9C73-22F8E3C6D9E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4ECA43-1F24-48D1-9A11-62F4012396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Når informasjonen er sensitiv eller konfidensiell</a:t>
          </a:r>
          <a:endParaRPr lang="en-US"/>
        </a:p>
      </dgm:t>
    </dgm:pt>
    <dgm:pt modelId="{BD8D2D87-4B2A-4D90-8921-68BC7022D57B}" type="parTrans" cxnId="{543326C0-847F-4F52-A5AC-EFA9519673BE}">
      <dgm:prSet/>
      <dgm:spPr/>
      <dgm:t>
        <a:bodyPr/>
        <a:lstStyle/>
        <a:p>
          <a:endParaRPr lang="en-US"/>
        </a:p>
      </dgm:t>
    </dgm:pt>
    <dgm:pt modelId="{132461EC-0777-400F-8E4A-3B2483BB1CB3}" type="sibTrans" cxnId="{543326C0-847F-4F52-A5AC-EFA9519673BE}">
      <dgm:prSet/>
      <dgm:spPr/>
      <dgm:t>
        <a:bodyPr/>
        <a:lstStyle/>
        <a:p>
          <a:endParaRPr lang="en-US"/>
        </a:p>
      </dgm:t>
    </dgm:pt>
    <dgm:pt modelId="{54C152FB-645E-4D85-A4AC-EF1D403E43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Ved vurderinger som krever faglig eller juridisk ansvar</a:t>
          </a:r>
          <a:endParaRPr lang="en-US"/>
        </a:p>
      </dgm:t>
    </dgm:pt>
    <dgm:pt modelId="{B7E93202-4790-4C6F-B067-26910C220D83}" type="parTrans" cxnId="{15976ED8-35D1-4A0A-8E2A-55E6EA2415C7}">
      <dgm:prSet/>
      <dgm:spPr/>
      <dgm:t>
        <a:bodyPr/>
        <a:lstStyle/>
        <a:p>
          <a:endParaRPr lang="en-US"/>
        </a:p>
      </dgm:t>
    </dgm:pt>
    <dgm:pt modelId="{80156CF0-7521-409C-9728-58969E64760D}" type="sibTrans" cxnId="{15976ED8-35D1-4A0A-8E2A-55E6EA2415C7}">
      <dgm:prSet/>
      <dgm:spPr/>
      <dgm:t>
        <a:bodyPr/>
        <a:lstStyle/>
        <a:p>
          <a:endParaRPr lang="en-US"/>
        </a:p>
      </dgm:t>
    </dgm:pt>
    <dgm:pt modelId="{C045CC00-9861-4BB3-AE73-82CBAEB359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Når det kan skade tillit eller relasjoner</a:t>
          </a:r>
          <a:endParaRPr lang="en-US"/>
        </a:p>
      </dgm:t>
    </dgm:pt>
    <dgm:pt modelId="{5D890652-DA90-4181-A4CC-24881F68D8C9}" type="parTrans" cxnId="{69826C5B-BECA-4713-BDC5-652E2B1C2FB9}">
      <dgm:prSet/>
      <dgm:spPr/>
      <dgm:t>
        <a:bodyPr/>
        <a:lstStyle/>
        <a:p>
          <a:endParaRPr lang="en-US"/>
        </a:p>
      </dgm:t>
    </dgm:pt>
    <dgm:pt modelId="{CC3C5BF1-F828-4D54-8541-4F9613A7C425}" type="sibTrans" cxnId="{69826C5B-BECA-4713-BDC5-652E2B1C2FB9}">
      <dgm:prSet/>
      <dgm:spPr/>
      <dgm:t>
        <a:bodyPr/>
        <a:lstStyle/>
        <a:p>
          <a:endParaRPr lang="en-US"/>
        </a:p>
      </dgm:t>
    </dgm:pt>
    <dgm:pt modelId="{7A06EC9D-3329-458B-9EB2-A1C17E244B6F}" type="pres">
      <dgm:prSet presAssocID="{856C065A-6C78-4106-9C73-22F8E3C6D9E9}" presName="root" presStyleCnt="0">
        <dgm:presLayoutVars>
          <dgm:dir/>
          <dgm:resizeHandles val="exact"/>
        </dgm:presLayoutVars>
      </dgm:prSet>
      <dgm:spPr/>
    </dgm:pt>
    <dgm:pt modelId="{7E8D1191-3735-4036-B0A1-70A192FF1B6F}" type="pres">
      <dgm:prSet presAssocID="{484ECA43-1F24-48D1-9A11-62F4012396B9}" presName="compNode" presStyleCnt="0"/>
      <dgm:spPr/>
    </dgm:pt>
    <dgm:pt modelId="{75575F79-E2F3-4E22-9039-F35E2E96C716}" type="pres">
      <dgm:prSet presAssocID="{484ECA43-1F24-48D1-9A11-62F4012396B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ås"/>
        </a:ext>
      </dgm:extLst>
    </dgm:pt>
    <dgm:pt modelId="{FBE5598A-B51D-45E4-BAA5-894F0AD18D28}" type="pres">
      <dgm:prSet presAssocID="{484ECA43-1F24-48D1-9A11-62F4012396B9}" presName="spaceRect" presStyleCnt="0"/>
      <dgm:spPr/>
    </dgm:pt>
    <dgm:pt modelId="{5D153494-9A3F-43BA-98BD-535055F7E03F}" type="pres">
      <dgm:prSet presAssocID="{484ECA43-1F24-48D1-9A11-62F4012396B9}" presName="textRect" presStyleLbl="revTx" presStyleIdx="0" presStyleCnt="3">
        <dgm:presLayoutVars>
          <dgm:chMax val="1"/>
          <dgm:chPref val="1"/>
        </dgm:presLayoutVars>
      </dgm:prSet>
      <dgm:spPr/>
    </dgm:pt>
    <dgm:pt modelId="{45EDEBE5-0A42-46B4-9EA9-51E6523016FE}" type="pres">
      <dgm:prSet presAssocID="{132461EC-0777-400F-8E4A-3B2483BB1CB3}" presName="sibTrans" presStyleCnt="0"/>
      <dgm:spPr/>
    </dgm:pt>
    <dgm:pt modelId="{9CCC7FF5-24DE-45F7-9BE3-FAD996DB1B1E}" type="pres">
      <dgm:prSet presAssocID="{54C152FB-645E-4D85-A4AC-EF1D403E433A}" presName="compNode" presStyleCnt="0"/>
      <dgm:spPr/>
    </dgm:pt>
    <dgm:pt modelId="{73C6B588-B5B0-43F8-934C-2135EF4FE8CB}" type="pres">
      <dgm:prSet presAssocID="{54C152FB-645E-4D85-A4AC-EF1D403E433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nn"/>
        </a:ext>
      </dgm:extLst>
    </dgm:pt>
    <dgm:pt modelId="{6802A271-1FFF-4873-A43B-9D7CBD86E624}" type="pres">
      <dgm:prSet presAssocID="{54C152FB-645E-4D85-A4AC-EF1D403E433A}" presName="spaceRect" presStyleCnt="0"/>
      <dgm:spPr/>
    </dgm:pt>
    <dgm:pt modelId="{C5CC5AC5-F721-4458-8962-526EDFEA4272}" type="pres">
      <dgm:prSet presAssocID="{54C152FB-645E-4D85-A4AC-EF1D403E433A}" presName="textRect" presStyleLbl="revTx" presStyleIdx="1" presStyleCnt="3">
        <dgm:presLayoutVars>
          <dgm:chMax val="1"/>
          <dgm:chPref val="1"/>
        </dgm:presLayoutVars>
      </dgm:prSet>
      <dgm:spPr/>
    </dgm:pt>
    <dgm:pt modelId="{AE8FB713-3DD5-4064-B203-9D5145DBE036}" type="pres">
      <dgm:prSet presAssocID="{80156CF0-7521-409C-9728-58969E64760D}" presName="sibTrans" presStyleCnt="0"/>
      <dgm:spPr/>
    </dgm:pt>
    <dgm:pt modelId="{1A9A85B4-63AD-4996-9183-DBBA0A2F65B9}" type="pres">
      <dgm:prSet presAssocID="{C045CC00-9861-4BB3-AE73-82CBAEB359AE}" presName="compNode" presStyleCnt="0"/>
      <dgm:spPr/>
    </dgm:pt>
    <dgm:pt modelId="{4BAC6920-BA93-463A-B385-3F4C3F5A2964}" type="pres">
      <dgm:prSet presAssocID="{C045CC00-9861-4BB3-AE73-82CBAEB359A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st Aid Kit"/>
        </a:ext>
      </dgm:extLst>
    </dgm:pt>
    <dgm:pt modelId="{47910073-C7B9-444E-B325-48DB68E74AC7}" type="pres">
      <dgm:prSet presAssocID="{C045CC00-9861-4BB3-AE73-82CBAEB359AE}" presName="spaceRect" presStyleCnt="0"/>
      <dgm:spPr/>
    </dgm:pt>
    <dgm:pt modelId="{17060507-133F-4D69-8B1D-A4C0976B6B29}" type="pres">
      <dgm:prSet presAssocID="{C045CC00-9861-4BB3-AE73-82CBAEB359A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9826C5B-BECA-4713-BDC5-652E2B1C2FB9}" srcId="{856C065A-6C78-4106-9C73-22F8E3C6D9E9}" destId="{C045CC00-9861-4BB3-AE73-82CBAEB359AE}" srcOrd="2" destOrd="0" parTransId="{5D890652-DA90-4181-A4CC-24881F68D8C9}" sibTransId="{CC3C5BF1-F828-4D54-8541-4F9613A7C425}"/>
    <dgm:cxn modelId="{D7A2DB6C-BF08-4C21-B1C5-78648B984DC8}" type="presOf" srcId="{54C152FB-645E-4D85-A4AC-EF1D403E433A}" destId="{C5CC5AC5-F721-4458-8962-526EDFEA4272}" srcOrd="0" destOrd="0" presId="urn:microsoft.com/office/officeart/2018/2/layout/IconLabelList"/>
    <dgm:cxn modelId="{83EB9572-D864-48CF-B782-5640D9239A17}" type="presOf" srcId="{856C065A-6C78-4106-9C73-22F8E3C6D9E9}" destId="{7A06EC9D-3329-458B-9EB2-A1C17E244B6F}" srcOrd="0" destOrd="0" presId="urn:microsoft.com/office/officeart/2018/2/layout/IconLabelList"/>
    <dgm:cxn modelId="{8827399E-7DD9-4B4B-B3B0-B80253CDCF0C}" type="presOf" srcId="{C045CC00-9861-4BB3-AE73-82CBAEB359AE}" destId="{17060507-133F-4D69-8B1D-A4C0976B6B29}" srcOrd="0" destOrd="0" presId="urn:microsoft.com/office/officeart/2018/2/layout/IconLabelList"/>
    <dgm:cxn modelId="{543326C0-847F-4F52-A5AC-EFA9519673BE}" srcId="{856C065A-6C78-4106-9C73-22F8E3C6D9E9}" destId="{484ECA43-1F24-48D1-9A11-62F4012396B9}" srcOrd="0" destOrd="0" parTransId="{BD8D2D87-4B2A-4D90-8921-68BC7022D57B}" sibTransId="{132461EC-0777-400F-8E4A-3B2483BB1CB3}"/>
    <dgm:cxn modelId="{15976ED8-35D1-4A0A-8E2A-55E6EA2415C7}" srcId="{856C065A-6C78-4106-9C73-22F8E3C6D9E9}" destId="{54C152FB-645E-4D85-A4AC-EF1D403E433A}" srcOrd="1" destOrd="0" parTransId="{B7E93202-4790-4C6F-B067-26910C220D83}" sibTransId="{80156CF0-7521-409C-9728-58969E64760D}"/>
    <dgm:cxn modelId="{72519FEF-DDF6-411F-94D8-2790440C84B0}" type="presOf" srcId="{484ECA43-1F24-48D1-9A11-62F4012396B9}" destId="{5D153494-9A3F-43BA-98BD-535055F7E03F}" srcOrd="0" destOrd="0" presId="urn:microsoft.com/office/officeart/2018/2/layout/IconLabelList"/>
    <dgm:cxn modelId="{B5D4B3E5-46D7-4FB8-A9D6-4BC5722D995C}" type="presParOf" srcId="{7A06EC9D-3329-458B-9EB2-A1C17E244B6F}" destId="{7E8D1191-3735-4036-B0A1-70A192FF1B6F}" srcOrd="0" destOrd="0" presId="urn:microsoft.com/office/officeart/2018/2/layout/IconLabelList"/>
    <dgm:cxn modelId="{134673DA-20E9-4DD0-A005-DF40F6199B2B}" type="presParOf" srcId="{7E8D1191-3735-4036-B0A1-70A192FF1B6F}" destId="{75575F79-E2F3-4E22-9039-F35E2E96C716}" srcOrd="0" destOrd="0" presId="urn:microsoft.com/office/officeart/2018/2/layout/IconLabelList"/>
    <dgm:cxn modelId="{19A2D1A6-AA12-409F-A4C6-988A1A9DD812}" type="presParOf" srcId="{7E8D1191-3735-4036-B0A1-70A192FF1B6F}" destId="{FBE5598A-B51D-45E4-BAA5-894F0AD18D28}" srcOrd="1" destOrd="0" presId="urn:microsoft.com/office/officeart/2018/2/layout/IconLabelList"/>
    <dgm:cxn modelId="{DF2BC7B1-B61F-489F-AC70-B158B9604FE1}" type="presParOf" srcId="{7E8D1191-3735-4036-B0A1-70A192FF1B6F}" destId="{5D153494-9A3F-43BA-98BD-535055F7E03F}" srcOrd="2" destOrd="0" presId="urn:microsoft.com/office/officeart/2018/2/layout/IconLabelList"/>
    <dgm:cxn modelId="{9406F585-1611-445B-BCA0-37878F8E440C}" type="presParOf" srcId="{7A06EC9D-3329-458B-9EB2-A1C17E244B6F}" destId="{45EDEBE5-0A42-46B4-9EA9-51E6523016FE}" srcOrd="1" destOrd="0" presId="urn:microsoft.com/office/officeart/2018/2/layout/IconLabelList"/>
    <dgm:cxn modelId="{3B133D94-47F0-4230-BD46-14BD3670176A}" type="presParOf" srcId="{7A06EC9D-3329-458B-9EB2-A1C17E244B6F}" destId="{9CCC7FF5-24DE-45F7-9BE3-FAD996DB1B1E}" srcOrd="2" destOrd="0" presId="urn:microsoft.com/office/officeart/2018/2/layout/IconLabelList"/>
    <dgm:cxn modelId="{515DF776-DB0F-4E8A-80D7-FAFF0435858D}" type="presParOf" srcId="{9CCC7FF5-24DE-45F7-9BE3-FAD996DB1B1E}" destId="{73C6B588-B5B0-43F8-934C-2135EF4FE8CB}" srcOrd="0" destOrd="0" presId="urn:microsoft.com/office/officeart/2018/2/layout/IconLabelList"/>
    <dgm:cxn modelId="{B6190257-66EA-4CA9-935C-F237724DA466}" type="presParOf" srcId="{9CCC7FF5-24DE-45F7-9BE3-FAD996DB1B1E}" destId="{6802A271-1FFF-4873-A43B-9D7CBD86E624}" srcOrd="1" destOrd="0" presId="urn:microsoft.com/office/officeart/2018/2/layout/IconLabelList"/>
    <dgm:cxn modelId="{138598C2-4090-47E4-A4E6-2738A8EC692E}" type="presParOf" srcId="{9CCC7FF5-24DE-45F7-9BE3-FAD996DB1B1E}" destId="{C5CC5AC5-F721-4458-8962-526EDFEA4272}" srcOrd="2" destOrd="0" presId="urn:microsoft.com/office/officeart/2018/2/layout/IconLabelList"/>
    <dgm:cxn modelId="{FA7C461A-37DE-4844-9626-C10702F965B1}" type="presParOf" srcId="{7A06EC9D-3329-458B-9EB2-A1C17E244B6F}" destId="{AE8FB713-3DD5-4064-B203-9D5145DBE036}" srcOrd="3" destOrd="0" presId="urn:microsoft.com/office/officeart/2018/2/layout/IconLabelList"/>
    <dgm:cxn modelId="{22B8013B-182C-4306-84F4-E553610DE0B8}" type="presParOf" srcId="{7A06EC9D-3329-458B-9EB2-A1C17E244B6F}" destId="{1A9A85B4-63AD-4996-9183-DBBA0A2F65B9}" srcOrd="4" destOrd="0" presId="urn:microsoft.com/office/officeart/2018/2/layout/IconLabelList"/>
    <dgm:cxn modelId="{1D88ADA3-4B81-406A-8F55-E46A20D5BC74}" type="presParOf" srcId="{1A9A85B4-63AD-4996-9183-DBBA0A2F65B9}" destId="{4BAC6920-BA93-463A-B385-3F4C3F5A2964}" srcOrd="0" destOrd="0" presId="urn:microsoft.com/office/officeart/2018/2/layout/IconLabelList"/>
    <dgm:cxn modelId="{7B583F29-2FE2-463D-8587-466B2374507C}" type="presParOf" srcId="{1A9A85B4-63AD-4996-9183-DBBA0A2F65B9}" destId="{47910073-C7B9-444E-B325-48DB68E74AC7}" srcOrd="1" destOrd="0" presId="urn:microsoft.com/office/officeart/2018/2/layout/IconLabelList"/>
    <dgm:cxn modelId="{F0BBA6E3-FF02-4BCB-930C-4A5F23C27324}" type="presParOf" srcId="{1A9A85B4-63AD-4996-9183-DBBA0A2F65B9}" destId="{17060507-133F-4D69-8B1D-A4C0976B6B2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720AC53-47DE-4ABF-A76C-AD9601DE45A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51B8FEA-8E70-405E-AFBE-BA47B66772C8}">
      <dgm:prSet/>
      <dgm:spPr/>
      <dgm:t>
        <a:bodyPr/>
        <a:lstStyle/>
        <a:p>
          <a:r>
            <a:rPr lang="en-US" b="0" i="0"/>
            <a:t>• AI-modeller kan lagre eller lære fra data</a:t>
          </a:r>
          <a:endParaRPr lang="en-US"/>
        </a:p>
      </dgm:t>
    </dgm:pt>
    <dgm:pt modelId="{671E0A23-26A2-4B0B-87D0-7A4C18253B55}" type="parTrans" cxnId="{ACC02D5D-984E-4DF4-B724-C18A92582DD8}">
      <dgm:prSet/>
      <dgm:spPr/>
      <dgm:t>
        <a:bodyPr/>
        <a:lstStyle/>
        <a:p>
          <a:endParaRPr lang="en-US"/>
        </a:p>
      </dgm:t>
    </dgm:pt>
    <dgm:pt modelId="{D2A8D26A-D42A-441F-8D91-35DAD3CCFA7C}" type="sibTrans" cxnId="{ACC02D5D-984E-4DF4-B724-C18A92582DD8}">
      <dgm:prSet/>
      <dgm:spPr/>
      <dgm:t>
        <a:bodyPr/>
        <a:lstStyle/>
        <a:p>
          <a:endParaRPr lang="en-US"/>
        </a:p>
      </dgm:t>
    </dgm:pt>
    <dgm:pt modelId="{B911081A-8439-4433-9C89-C06A410B1A50}">
      <dgm:prSet/>
      <dgm:spPr/>
      <dgm:t>
        <a:bodyPr/>
        <a:lstStyle/>
        <a:p>
          <a:r>
            <a:rPr lang="en-US" b="0" i="0"/>
            <a:t>• Ikke skriv inn passord, personopplysninger eller kundedata</a:t>
          </a:r>
          <a:endParaRPr lang="en-US"/>
        </a:p>
      </dgm:t>
    </dgm:pt>
    <dgm:pt modelId="{8117A4AF-4F86-4F9A-B83B-BE22BB7EBF75}" type="parTrans" cxnId="{5DCB7493-9B2F-4DB6-A5C4-37E5ED0CAB87}">
      <dgm:prSet/>
      <dgm:spPr/>
      <dgm:t>
        <a:bodyPr/>
        <a:lstStyle/>
        <a:p>
          <a:endParaRPr lang="en-US"/>
        </a:p>
      </dgm:t>
    </dgm:pt>
    <dgm:pt modelId="{7A1EE96A-DAA5-44B4-B14B-15FCF907FF37}" type="sibTrans" cxnId="{5DCB7493-9B2F-4DB6-A5C4-37E5ED0CAB87}">
      <dgm:prSet/>
      <dgm:spPr/>
      <dgm:t>
        <a:bodyPr/>
        <a:lstStyle/>
        <a:p>
          <a:endParaRPr lang="en-US"/>
        </a:p>
      </dgm:t>
    </dgm:pt>
    <dgm:pt modelId="{DB5DEC3A-F5AF-44D4-802F-FEBBD46C0699}">
      <dgm:prSet/>
      <dgm:spPr/>
      <dgm:t>
        <a:bodyPr/>
        <a:lstStyle/>
        <a:p>
          <a:r>
            <a:rPr lang="en-US" b="0" i="0"/>
            <a:t>• Les alltid personvernbetingelser</a:t>
          </a:r>
          <a:endParaRPr lang="en-US"/>
        </a:p>
      </dgm:t>
    </dgm:pt>
    <dgm:pt modelId="{C2647B99-A264-4B57-9E6C-EFD70005E7E7}" type="parTrans" cxnId="{85EB9268-D0D0-43BC-893B-0AF9D267561D}">
      <dgm:prSet/>
      <dgm:spPr/>
      <dgm:t>
        <a:bodyPr/>
        <a:lstStyle/>
        <a:p>
          <a:endParaRPr lang="en-US"/>
        </a:p>
      </dgm:t>
    </dgm:pt>
    <dgm:pt modelId="{A10E10FB-2B95-4068-B8A2-C2046F301732}" type="sibTrans" cxnId="{85EB9268-D0D0-43BC-893B-0AF9D267561D}">
      <dgm:prSet/>
      <dgm:spPr/>
      <dgm:t>
        <a:bodyPr/>
        <a:lstStyle/>
        <a:p>
          <a:endParaRPr lang="en-US"/>
        </a:p>
      </dgm:t>
    </dgm:pt>
    <dgm:pt modelId="{52C328B1-1276-41FC-9B1D-D44617D05068}" type="pres">
      <dgm:prSet presAssocID="{E720AC53-47DE-4ABF-A76C-AD9601DE45A3}" presName="linear" presStyleCnt="0">
        <dgm:presLayoutVars>
          <dgm:animLvl val="lvl"/>
          <dgm:resizeHandles val="exact"/>
        </dgm:presLayoutVars>
      </dgm:prSet>
      <dgm:spPr/>
    </dgm:pt>
    <dgm:pt modelId="{FD9272C7-4735-4171-95AC-8C6BE7901CA9}" type="pres">
      <dgm:prSet presAssocID="{851B8FEA-8E70-405E-AFBE-BA47B66772C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D4E5097-2DF3-48BC-AE06-D7D983023D2F}" type="pres">
      <dgm:prSet presAssocID="{D2A8D26A-D42A-441F-8D91-35DAD3CCFA7C}" presName="spacer" presStyleCnt="0"/>
      <dgm:spPr/>
    </dgm:pt>
    <dgm:pt modelId="{A71EF468-62DD-4364-9F5F-51A5299926C7}" type="pres">
      <dgm:prSet presAssocID="{B911081A-8439-4433-9C89-C06A410B1A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5A15D5C-2EFC-46CC-877D-8CE0475C196C}" type="pres">
      <dgm:prSet presAssocID="{7A1EE96A-DAA5-44B4-B14B-15FCF907FF37}" presName="spacer" presStyleCnt="0"/>
      <dgm:spPr/>
    </dgm:pt>
    <dgm:pt modelId="{8343EEDF-8633-48DD-AEBD-3D8579D0A484}" type="pres">
      <dgm:prSet presAssocID="{DB5DEC3A-F5AF-44D4-802F-FEBBD46C069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452BD35-0F87-455D-89E1-C7290B9CDBEC}" type="presOf" srcId="{851B8FEA-8E70-405E-AFBE-BA47B66772C8}" destId="{FD9272C7-4735-4171-95AC-8C6BE7901CA9}" srcOrd="0" destOrd="0" presId="urn:microsoft.com/office/officeart/2005/8/layout/vList2"/>
    <dgm:cxn modelId="{ACC02D5D-984E-4DF4-B724-C18A92582DD8}" srcId="{E720AC53-47DE-4ABF-A76C-AD9601DE45A3}" destId="{851B8FEA-8E70-405E-AFBE-BA47B66772C8}" srcOrd="0" destOrd="0" parTransId="{671E0A23-26A2-4B0B-87D0-7A4C18253B55}" sibTransId="{D2A8D26A-D42A-441F-8D91-35DAD3CCFA7C}"/>
    <dgm:cxn modelId="{85EB9268-D0D0-43BC-893B-0AF9D267561D}" srcId="{E720AC53-47DE-4ABF-A76C-AD9601DE45A3}" destId="{DB5DEC3A-F5AF-44D4-802F-FEBBD46C0699}" srcOrd="2" destOrd="0" parTransId="{C2647B99-A264-4B57-9E6C-EFD70005E7E7}" sibTransId="{A10E10FB-2B95-4068-B8A2-C2046F301732}"/>
    <dgm:cxn modelId="{FA964655-481E-432C-9B55-40D1F2649AEE}" type="presOf" srcId="{B911081A-8439-4433-9C89-C06A410B1A50}" destId="{A71EF468-62DD-4364-9F5F-51A5299926C7}" srcOrd="0" destOrd="0" presId="urn:microsoft.com/office/officeart/2005/8/layout/vList2"/>
    <dgm:cxn modelId="{8220078E-BA08-4DD3-82E9-41D8ACAC8CC8}" type="presOf" srcId="{DB5DEC3A-F5AF-44D4-802F-FEBBD46C0699}" destId="{8343EEDF-8633-48DD-AEBD-3D8579D0A484}" srcOrd="0" destOrd="0" presId="urn:microsoft.com/office/officeart/2005/8/layout/vList2"/>
    <dgm:cxn modelId="{5DCB7493-9B2F-4DB6-A5C4-37E5ED0CAB87}" srcId="{E720AC53-47DE-4ABF-A76C-AD9601DE45A3}" destId="{B911081A-8439-4433-9C89-C06A410B1A50}" srcOrd="1" destOrd="0" parTransId="{8117A4AF-4F86-4F9A-B83B-BE22BB7EBF75}" sibTransId="{7A1EE96A-DAA5-44B4-B14B-15FCF907FF37}"/>
    <dgm:cxn modelId="{CEDE8AB3-B724-4B70-AE0E-88D5556C5725}" type="presOf" srcId="{E720AC53-47DE-4ABF-A76C-AD9601DE45A3}" destId="{52C328B1-1276-41FC-9B1D-D44617D05068}" srcOrd="0" destOrd="0" presId="urn:microsoft.com/office/officeart/2005/8/layout/vList2"/>
    <dgm:cxn modelId="{97F1BF95-1359-4465-9E37-B2B68CA99DBD}" type="presParOf" srcId="{52C328B1-1276-41FC-9B1D-D44617D05068}" destId="{FD9272C7-4735-4171-95AC-8C6BE7901CA9}" srcOrd="0" destOrd="0" presId="urn:microsoft.com/office/officeart/2005/8/layout/vList2"/>
    <dgm:cxn modelId="{1336BFA2-89BA-4D25-BB2B-92E06D2B2E55}" type="presParOf" srcId="{52C328B1-1276-41FC-9B1D-D44617D05068}" destId="{8D4E5097-2DF3-48BC-AE06-D7D983023D2F}" srcOrd="1" destOrd="0" presId="urn:microsoft.com/office/officeart/2005/8/layout/vList2"/>
    <dgm:cxn modelId="{C108E5F5-840F-4492-A4A4-53D14F6F7FFB}" type="presParOf" srcId="{52C328B1-1276-41FC-9B1D-D44617D05068}" destId="{A71EF468-62DD-4364-9F5F-51A5299926C7}" srcOrd="2" destOrd="0" presId="urn:microsoft.com/office/officeart/2005/8/layout/vList2"/>
    <dgm:cxn modelId="{7E843531-A75D-42E4-ADE8-5EC9F649C32D}" type="presParOf" srcId="{52C328B1-1276-41FC-9B1D-D44617D05068}" destId="{25A15D5C-2EFC-46CC-877D-8CE0475C196C}" srcOrd="3" destOrd="0" presId="urn:microsoft.com/office/officeart/2005/8/layout/vList2"/>
    <dgm:cxn modelId="{FEB4BFA9-D8F3-4C48-929E-CD457261B5DD}" type="presParOf" srcId="{52C328B1-1276-41FC-9B1D-D44617D05068}" destId="{8343EEDF-8633-48DD-AEBD-3D8579D0A48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DEC4422-CFE3-4E21-8CDD-C5FE231D5A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8BF583D-6F63-4DF7-BCD5-45F7C7CE7DCC}">
      <dgm:prSet/>
      <dgm:spPr/>
      <dgm:t>
        <a:bodyPr/>
        <a:lstStyle/>
        <a:p>
          <a:r>
            <a:rPr lang="en-US" b="0" i="0"/>
            <a:t>• Brukere må ha kontroll over egne data</a:t>
          </a:r>
          <a:endParaRPr lang="en-US"/>
        </a:p>
      </dgm:t>
    </dgm:pt>
    <dgm:pt modelId="{3283A6C7-E960-47F6-AB83-FBD6317A1811}" type="parTrans" cxnId="{AA39C801-9E74-44D2-95FB-0F5918548F61}">
      <dgm:prSet/>
      <dgm:spPr/>
      <dgm:t>
        <a:bodyPr/>
        <a:lstStyle/>
        <a:p>
          <a:endParaRPr lang="en-US"/>
        </a:p>
      </dgm:t>
    </dgm:pt>
    <dgm:pt modelId="{C27E3D13-E1B7-451D-969B-7F5079968B53}" type="sibTrans" cxnId="{AA39C801-9E74-44D2-95FB-0F5918548F61}">
      <dgm:prSet/>
      <dgm:spPr/>
      <dgm:t>
        <a:bodyPr/>
        <a:lstStyle/>
        <a:p>
          <a:endParaRPr lang="en-US"/>
        </a:p>
      </dgm:t>
    </dgm:pt>
    <dgm:pt modelId="{FE64E158-D6BD-4FEF-AD7B-305FD3516DE5}">
      <dgm:prSet/>
      <dgm:spPr/>
      <dgm:t>
        <a:bodyPr/>
        <a:lstStyle/>
        <a:p>
          <a:r>
            <a:rPr lang="en-US" b="0" i="0"/>
            <a:t>• Databehandlere må sikre informasjon riktig</a:t>
          </a:r>
          <a:endParaRPr lang="en-US"/>
        </a:p>
      </dgm:t>
    </dgm:pt>
    <dgm:pt modelId="{2AAA9E1C-5128-4BAA-B26F-5668DE9FA1A6}" type="parTrans" cxnId="{BF94CE62-6583-48B5-9FFC-DD8056232A0E}">
      <dgm:prSet/>
      <dgm:spPr/>
      <dgm:t>
        <a:bodyPr/>
        <a:lstStyle/>
        <a:p>
          <a:endParaRPr lang="en-US"/>
        </a:p>
      </dgm:t>
    </dgm:pt>
    <dgm:pt modelId="{4DC49FED-24F1-4167-9DD3-EDF9FF3D5CA8}" type="sibTrans" cxnId="{BF94CE62-6583-48B5-9FFC-DD8056232A0E}">
      <dgm:prSet/>
      <dgm:spPr/>
      <dgm:t>
        <a:bodyPr/>
        <a:lstStyle/>
        <a:p>
          <a:endParaRPr lang="en-US"/>
        </a:p>
      </dgm:t>
    </dgm:pt>
    <dgm:pt modelId="{9D75382F-5C41-4C4D-B70A-7E5D97281146}">
      <dgm:prSet/>
      <dgm:spPr/>
      <dgm:t>
        <a:bodyPr/>
        <a:lstStyle/>
        <a:p>
          <a:r>
            <a:rPr lang="en-US" b="0" i="0"/>
            <a:t>• Unngå at AI brukes til sporing uten samtykke</a:t>
          </a:r>
          <a:endParaRPr lang="en-US"/>
        </a:p>
      </dgm:t>
    </dgm:pt>
    <dgm:pt modelId="{F89FF308-B5B2-471C-9BA6-34C98F7C32A5}" type="parTrans" cxnId="{2EF00ADD-78BF-49D5-8A73-00EF87839575}">
      <dgm:prSet/>
      <dgm:spPr/>
      <dgm:t>
        <a:bodyPr/>
        <a:lstStyle/>
        <a:p>
          <a:endParaRPr lang="en-US"/>
        </a:p>
      </dgm:t>
    </dgm:pt>
    <dgm:pt modelId="{52AAF059-8027-4581-AC95-4D473D62BB20}" type="sibTrans" cxnId="{2EF00ADD-78BF-49D5-8A73-00EF87839575}">
      <dgm:prSet/>
      <dgm:spPr/>
      <dgm:t>
        <a:bodyPr/>
        <a:lstStyle/>
        <a:p>
          <a:endParaRPr lang="en-US"/>
        </a:p>
      </dgm:t>
    </dgm:pt>
    <dgm:pt modelId="{C5333192-B774-4296-B475-E323EB456DF1}" type="pres">
      <dgm:prSet presAssocID="{3DEC4422-CFE3-4E21-8CDD-C5FE231D5AE2}" presName="root" presStyleCnt="0">
        <dgm:presLayoutVars>
          <dgm:dir/>
          <dgm:resizeHandles val="exact"/>
        </dgm:presLayoutVars>
      </dgm:prSet>
      <dgm:spPr/>
    </dgm:pt>
    <dgm:pt modelId="{A97FE5BF-ACC9-4D87-84F6-0B8FA3A9EE7D}" type="pres">
      <dgm:prSet presAssocID="{48BF583D-6F63-4DF7-BCD5-45F7C7CE7DCC}" presName="compNode" presStyleCnt="0"/>
      <dgm:spPr/>
    </dgm:pt>
    <dgm:pt modelId="{1866BEE3-417B-4CF8-A7A0-0D43FE945982}" type="pres">
      <dgm:prSet presAssocID="{48BF583D-6F63-4DF7-BCD5-45F7C7CE7DCC}" presName="bgRect" presStyleLbl="bgShp" presStyleIdx="0" presStyleCnt="3"/>
      <dgm:spPr/>
    </dgm:pt>
    <dgm:pt modelId="{C7161101-984F-4912-83EB-AC19DD37A578}" type="pres">
      <dgm:prSet presAssocID="{48BF583D-6F63-4DF7-BCD5-45F7C7CE7DC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82F9E2F5-2159-45CA-AD72-603466F85546}" type="pres">
      <dgm:prSet presAssocID="{48BF583D-6F63-4DF7-BCD5-45F7C7CE7DCC}" presName="spaceRect" presStyleCnt="0"/>
      <dgm:spPr/>
    </dgm:pt>
    <dgm:pt modelId="{A62B714C-7E2E-4E60-B992-490DD81BADB9}" type="pres">
      <dgm:prSet presAssocID="{48BF583D-6F63-4DF7-BCD5-45F7C7CE7DCC}" presName="parTx" presStyleLbl="revTx" presStyleIdx="0" presStyleCnt="3">
        <dgm:presLayoutVars>
          <dgm:chMax val="0"/>
          <dgm:chPref val="0"/>
        </dgm:presLayoutVars>
      </dgm:prSet>
      <dgm:spPr/>
    </dgm:pt>
    <dgm:pt modelId="{13EEE574-7A17-4DF3-B7D1-34DC9E332CA3}" type="pres">
      <dgm:prSet presAssocID="{C27E3D13-E1B7-451D-969B-7F5079968B53}" presName="sibTrans" presStyleCnt="0"/>
      <dgm:spPr/>
    </dgm:pt>
    <dgm:pt modelId="{F6D216F1-1F78-4DC3-8FD3-6516C5573711}" type="pres">
      <dgm:prSet presAssocID="{FE64E158-D6BD-4FEF-AD7B-305FD3516DE5}" presName="compNode" presStyleCnt="0"/>
      <dgm:spPr/>
    </dgm:pt>
    <dgm:pt modelId="{ED6DCC83-3049-495D-855A-4286BA374A1E}" type="pres">
      <dgm:prSet presAssocID="{FE64E158-D6BD-4FEF-AD7B-305FD3516DE5}" presName="bgRect" presStyleLbl="bgShp" presStyleIdx="1" presStyleCnt="3"/>
      <dgm:spPr/>
    </dgm:pt>
    <dgm:pt modelId="{129572F2-2B46-43F4-8477-8AEF01C07186}" type="pres">
      <dgm:prSet presAssocID="{FE64E158-D6BD-4FEF-AD7B-305FD3516D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ås"/>
        </a:ext>
      </dgm:extLst>
    </dgm:pt>
    <dgm:pt modelId="{6042484E-F334-4A61-81B5-12BF339A07D4}" type="pres">
      <dgm:prSet presAssocID="{FE64E158-D6BD-4FEF-AD7B-305FD3516DE5}" presName="spaceRect" presStyleCnt="0"/>
      <dgm:spPr/>
    </dgm:pt>
    <dgm:pt modelId="{3475D135-1FF0-461F-8215-AA9DB9615D76}" type="pres">
      <dgm:prSet presAssocID="{FE64E158-D6BD-4FEF-AD7B-305FD3516DE5}" presName="parTx" presStyleLbl="revTx" presStyleIdx="1" presStyleCnt="3">
        <dgm:presLayoutVars>
          <dgm:chMax val="0"/>
          <dgm:chPref val="0"/>
        </dgm:presLayoutVars>
      </dgm:prSet>
      <dgm:spPr/>
    </dgm:pt>
    <dgm:pt modelId="{453570CA-A221-458F-AAA3-64ACD0DB12F9}" type="pres">
      <dgm:prSet presAssocID="{4DC49FED-24F1-4167-9DD3-EDF9FF3D5CA8}" presName="sibTrans" presStyleCnt="0"/>
      <dgm:spPr/>
    </dgm:pt>
    <dgm:pt modelId="{E72BECE8-03E9-45A2-BCC7-A29F1722FB13}" type="pres">
      <dgm:prSet presAssocID="{9D75382F-5C41-4C4D-B70A-7E5D97281146}" presName="compNode" presStyleCnt="0"/>
      <dgm:spPr/>
    </dgm:pt>
    <dgm:pt modelId="{91FF341E-D0B3-4E79-A375-77EA1650C471}" type="pres">
      <dgm:prSet presAssocID="{9D75382F-5C41-4C4D-B70A-7E5D97281146}" presName="bgRect" presStyleLbl="bgShp" presStyleIdx="2" presStyleCnt="3"/>
      <dgm:spPr/>
    </dgm:pt>
    <dgm:pt modelId="{0ED0782E-80DA-438D-910B-5065532D7ACC}" type="pres">
      <dgm:prSet presAssocID="{9D75382F-5C41-4C4D-B70A-7E5D9728114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kk"/>
        </a:ext>
      </dgm:extLst>
    </dgm:pt>
    <dgm:pt modelId="{B3009473-51EB-4CFB-ACD1-27CFC4BCC63A}" type="pres">
      <dgm:prSet presAssocID="{9D75382F-5C41-4C4D-B70A-7E5D97281146}" presName="spaceRect" presStyleCnt="0"/>
      <dgm:spPr/>
    </dgm:pt>
    <dgm:pt modelId="{38146C2E-879D-478D-8A66-15E2E4824075}" type="pres">
      <dgm:prSet presAssocID="{9D75382F-5C41-4C4D-B70A-7E5D9728114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A39C801-9E74-44D2-95FB-0F5918548F61}" srcId="{3DEC4422-CFE3-4E21-8CDD-C5FE231D5AE2}" destId="{48BF583D-6F63-4DF7-BCD5-45F7C7CE7DCC}" srcOrd="0" destOrd="0" parTransId="{3283A6C7-E960-47F6-AB83-FBD6317A1811}" sibTransId="{C27E3D13-E1B7-451D-969B-7F5079968B53}"/>
    <dgm:cxn modelId="{0E75E11B-7534-40EE-A127-94FCBFD2E64A}" type="presOf" srcId="{9D75382F-5C41-4C4D-B70A-7E5D97281146}" destId="{38146C2E-879D-478D-8A66-15E2E4824075}" srcOrd="0" destOrd="0" presId="urn:microsoft.com/office/officeart/2018/2/layout/IconVerticalSolidList"/>
    <dgm:cxn modelId="{D85ADB1D-2C1E-44A4-908D-EDC42D8B58CA}" type="presOf" srcId="{48BF583D-6F63-4DF7-BCD5-45F7C7CE7DCC}" destId="{A62B714C-7E2E-4E60-B992-490DD81BADB9}" srcOrd="0" destOrd="0" presId="urn:microsoft.com/office/officeart/2018/2/layout/IconVerticalSolidList"/>
    <dgm:cxn modelId="{B87F682E-61B7-4431-88B9-01BB0E1A148D}" type="presOf" srcId="{3DEC4422-CFE3-4E21-8CDD-C5FE231D5AE2}" destId="{C5333192-B774-4296-B475-E323EB456DF1}" srcOrd="0" destOrd="0" presId="urn:microsoft.com/office/officeart/2018/2/layout/IconVerticalSolidList"/>
    <dgm:cxn modelId="{BF94CE62-6583-48B5-9FFC-DD8056232A0E}" srcId="{3DEC4422-CFE3-4E21-8CDD-C5FE231D5AE2}" destId="{FE64E158-D6BD-4FEF-AD7B-305FD3516DE5}" srcOrd="1" destOrd="0" parTransId="{2AAA9E1C-5128-4BAA-B26F-5668DE9FA1A6}" sibTransId="{4DC49FED-24F1-4167-9DD3-EDF9FF3D5CA8}"/>
    <dgm:cxn modelId="{2EF00ADD-78BF-49D5-8A73-00EF87839575}" srcId="{3DEC4422-CFE3-4E21-8CDD-C5FE231D5AE2}" destId="{9D75382F-5C41-4C4D-B70A-7E5D97281146}" srcOrd="2" destOrd="0" parTransId="{F89FF308-B5B2-471C-9BA6-34C98F7C32A5}" sibTransId="{52AAF059-8027-4581-AC95-4D473D62BB20}"/>
    <dgm:cxn modelId="{BB9F34E5-6E6C-4A2B-9CA4-A3223DCDC723}" type="presOf" srcId="{FE64E158-D6BD-4FEF-AD7B-305FD3516DE5}" destId="{3475D135-1FF0-461F-8215-AA9DB9615D76}" srcOrd="0" destOrd="0" presId="urn:microsoft.com/office/officeart/2018/2/layout/IconVerticalSolidList"/>
    <dgm:cxn modelId="{421EA072-8926-4D85-A13D-A6A91AE657B8}" type="presParOf" srcId="{C5333192-B774-4296-B475-E323EB456DF1}" destId="{A97FE5BF-ACC9-4D87-84F6-0B8FA3A9EE7D}" srcOrd="0" destOrd="0" presId="urn:microsoft.com/office/officeart/2018/2/layout/IconVerticalSolidList"/>
    <dgm:cxn modelId="{EC5F67B8-5074-4367-B3BB-61E6B0E2CC6E}" type="presParOf" srcId="{A97FE5BF-ACC9-4D87-84F6-0B8FA3A9EE7D}" destId="{1866BEE3-417B-4CF8-A7A0-0D43FE945982}" srcOrd="0" destOrd="0" presId="urn:microsoft.com/office/officeart/2018/2/layout/IconVerticalSolidList"/>
    <dgm:cxn modelId="{8FCC223B-432B-4D0A-BB99-B323806D42AC}" type="presParOf" srcId="{A97FE5BF-ACC9-4D87-84F6-0B8FA3A9EE7D}" destId="{C7161101-984F-4912-83EB-AC19DD37A578}" srcOrd="1" destOrd="0" presId="urn:microsoft.com/office/officeart/2018/2/layout/IconVerticalSolidList"/>
    <dgm:cxn modelId="{489190AD-3947-4F07-8E80-4264FA7DAFA8}" type="presParOf" srcId="{A97FE5BF-ACC9-4D87-84F6-0B8FA3A9EE7D}" destId="{82F9E2F5-2159-45CA-AD72-603466F85546}" srcOrd="2" destOrd="0" presId="urn:microsoft.com/office/officeart/2018/2/layout/IconVerticalSolidList"/>
    <dgm:cxn modelId="{7BF3EE04-64A8-4FAD-8998-E250A8C0A17E}" type="presParOf" srcId="{A97FE5BF-ACC9-4D87-84F6-0B8FA3A9EE7D}" destId="{A62B714C-7E2E-4E60-B992-490DD81BADB9}" srcOrd="3" destOrd="0" presId="urn:microsoft.com/office/officeart/2018/2/layout/IconVerticalSolidList"/>
    <dgm:cxn modelId="{FB250267-4F9C-4CA0-B492-2C123AFB0A49}" type="presParOf" srcId="{C5333192-B774-4296-B475-E323EB456DF1}" destId="{13EEE574-7A17-4DF3-B7D1-34DC9E332CA3}" srcOrd="1" destOrd="0" presId="urn:microsoft.com/office/officeart/2018/2/layout/IconVerticalSolidList"/>
    <dgm:cxn modelId="{DF04EF80-AF2B-4B18-9084-10C5B3810928}" type="presParOf" srcId="{C5333192-B774-4296-B475-E323EB456DF1}" destId="{F6D216F1-1F78-4DC3-8FD3-6516C5573711}" srcOrd="2" destOrd="0" presId="urn:microsoft.com/office/officeart/2018/2/layout/IconVerticalSolidList"/>
    <dgm:cxn modelId="{16107387-9C61-4359-B7B3-E15316C8B35A}" type="presParOf" srcId="{F6D216F1-1F78-4DC3-8FD3-6516C5573711}" destId="{ED6DCC83-3049-495D-855A-4286BA374A1E}" srcOrd="0" destOrd="0" presId="urn:microsoft.com/office/officeart/2018/2/layout/IconVerticalSolidList"/>
    <dgm:cxn modelId="{280FC9BB-32C6-4FB6-93F0-98E90A99C0C8}" type="presParOf" srcId="{F6D216F1-1F78-4DC3-8FD3-6516C5573711}" destId="{129572F2-2B46-43F4-8477-8AEF01C07186}" srcOrd="1" destOrd="0" presId="urn:microsoft.com/office/officeart/2018/2/layout/IconVerticalSolidList"/>
    <dgm:cxn modelId="{45885423-7D06-4063-8BF1-3CEBE13F4F51}" type="presParOf" srcId="{F6D216F1-1F78-4DC3-8FD3-6516C5573711}" destId="{6042484E-F334-4A61-81B5-12BF339A07D4}" srcOrd="2" destOrd="0" presId="urn:microsoft.com/office/officeart/2018/2/layout/IconVerticalSolidList"/>
    <dgm:cxn modelId="{84654A58-A206-41BA-B7D4-A3D304E59EDD}" type="presParOf" srcId="{F6D216F1-1F78-4DC3-8FD3-6516C5573711}" destId="{3475D135-1FF0-461F-8215-AA9DB9615D76}" srcOrd="3" destOrd="0" presId="urn:microsoft.com/office/officeart/2018/2/layout/IconVerticalSolidList"/>
    <dgm:cxn modelId="{A38FAC8D-4B84-4DA2-9286-82F64B908407}" type="presParOf" srcId="{C5333192-B774-4296-B475-E323EB456DF1}" destId="{453570CA-A221-458F-AAA3-64ACD0DB12F9}" srcOrd="3" destOrd="0" presId="urn:microsoft.com/office/officeart/2018/2/layout/IconVerticalSolidList"/>
    <dgm:cxn modelId="{B8D33E78-946D-4DD5-8E86-21FEBA3BFEE2}" type="presParOf" srcId="{C5333192-B774-4296-B475-E323EB456DF1}" destId="{E72BECE8-03E9-45A2-BCC7-A29F1722FB13}" srcOrd="4" destOrd="0" presId="urn:microsoft.com/office/officeart/2018/2/layout/IconVerticalSolidList"/>
    <dgm:cxn modelId="{FFC99A2A-3E0B-4945-AC3C-F9E642DBC00C}" type="presParOf" srcId="{E72BECE8-03E9-45A2-BCC7-A29F1722FB13}" destId="{91FF341E-D0B3-4E79-A375-77EA1650C471}" srcOrd="0" destOrd="0" presId="urn:microsoft.com/office/officeart/2018/2/layout/IconVerticalSolidList"/>
    <dgm:cxn modelId="{A0AE4656-1A7A-475A-B53E-CFCDB0F3EA3D}" type="presParOf" srcId="{E72BECE8-03E9-45A2-BCC7-A29F1722FB13}" destId="{0ED0782E-80DA-438D-910B-5065532D7ACC}" srcOrd="1" destOrd="0" presId="urn:microsoft.com/office/officeart/2018/2/layout/IconVerticalSolidList"/>
    <dgm:cxn modelId="{D36D8325-26FF-47B6-85A8-D3524332C4DB}" type="presParOf" srcId="{E72BECE8-03E9-45A2-BCC7-A29F1722FB13}" destId="{B3009473-51EB-4CFB-ACD1-27CFC4BCC63A}" srcOrd="2" destOrd="0" presId="urn:microsoft.com/office/officeart/2018/2/layout/IconVerticalSolidList"/>
    <dgm:cxn modelId="{0688491C-C035-4D08-BACA-AC215A9DE523}" type="presParOf" srcId="{E72BECE8-03E9-45A2-BCC7-A29F1722FB13}" destId="{38146C2E-879D-478D-8A66-15E2E482407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69169-9695-4BB8-976F-FBED2F8DD44C}">
      <dsp:nvSpPr>
        <dsp:cNvPr id="0" name=""/>
        <dsp:cNvSpPr/>
      </dsp:nvSpPr>
      <dsp:spPr>
        <a:xfrm>
          <a:off x="97478" y="2609"/>
          <a:ext cx="2084300" cy="12505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Hva er kunstig intelligens (AI)?</a:t>
          </a:r>
        </a:p>
      </dsp:txBody>
      <dsp:txXfrm>
        <a:off x="134106" y="39237"/>
        <a:ext cx="2011044" cy="1177324"/>
      </dsp:txXfrm>
    </dsp:sp>
    <dsp:sp modelId="{7E1D4E48-FE77-4D7C-A28A-A019AFB604AB}">
      <dsp:nvSpPr>
        <dsp:cNvPr id="0" name=""/>
        <dsp:cNvSpPr/>
      </dsp:nvSpPr>
      <dsp:spPr>
        <a:xfrm>
          <a:off x="2365197" y="369446"/>
          <a:ext cx="441871" cy="5169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365197" y="472827"/>
        <a:ext cx="309310" cy="310144"/>
      </dsp:txXfrm>
    </dsp:sp>
    <dsp:sp modelId="{182706A0-7C58-4000-A08C-93B6CB09870B}">
      <dsp:nvSpPr>
        <dsp:cNvPr id="0" name=""/>
        <dsp:cNvSpPr/>
      </dsp:nvSpPr>
      <dsp:spPr>
        <a:xfrm>
          <a:off x="3015499" y="2609"/>
          <a:ext cx="2084300" cy="12505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Eksempler på hva AI kan hjelpe deg med på jobben</a:t>
          </a:r>
        </a:p>
      </dsp:txBody>
      <dsp:txXfrm>
        <a:off x="3052127" y="39237"/>
        <a:ext cx="2011044" cy="1177324"/>
      </dsp:txXfrm>
    </dsp:sp>
    <dsp:sp modelId="{A30D41E0-12B8-49F9-9B91-662F5C6744E7}">
      <dsp:nvSpPr>
        <dsp:cNvPr id="0" name=""/>
        <dsp:cNvSpPr/>
      </dsp:nvSpPr>
      <dsp:spPr>
        <a:xfrm>
          <a:off x="5283218" y="369446"/>
          <a:ext cx="441871" cy="5169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283218" y="472827"/>
        <a:ext cx="309310" cy="310144"/>
      </dsp:txXfrm>
    </dsp:sp>
    <dsp:sp modelId="{26646F9E-548E-49E7-9DF9-4922C020DE11}">
      <dsp:nvSpPr>
        <dsp:cNvPr id="0" name=""/>
        <dsp:cNvSpPr/>
      </dsp:nvSpPr>
      <dsp:spPr>
        <a:xfrm>
          <a:off x="5933520" y="2609"/>
          <a:ext cx="2084300" cy="12505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Tidsbesparelse, automatisering, kvalitet</a:t>
          </a:r>
        </a:p>
      </dsp:txBody>
      <dsp:txXfrm>
        <a:off x="5970148" y="39237"/>
        <a:ext cx="2011044" cy="1177324"/>
      </dsp:txXfrm>
    </dsp:sp>
    <dsp:sp modelId="{13DC459E-D391-4B43-B664-46D467920926}">
      <dsp:nvSpPr>
        <dsp:cNvPr id="0" name=""/>
        <dsp:cNvSpPr/>
      </dsp:nvSpPr>
      <dsp:spPr>
        <a:xfrm rot="5400000">
          <a:off x="6754735" y="1399090"/>
          <a:ext cx="441871" cy="5169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6820599" y="1436608"/>
        <a:ext cx="310144" cy="309310"/>
      </dsp:txXfrm>
    </dsp:sp>
    <dsp:sp modelId="{AF282B49-2D4A-4C62-A310-3B50857A44B9}">
      <dsp:nvSpPr>
        <dsp:cNvPr id="0" name=""/>
        <dsp:cNvSpPr/>
      </dsp:nvSpPr>
      <dsp:spPr>
        <a:xfrm>
          <a:off x="5933520" y="2086910"/>
          <a:ext cx="2084300" cy="12505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Når bør du bruke AI – og når ikke?</a:t>
          </a:r>
        </a:p>
      </dsp:txBody>
      <dsp:txXfrm>
        <a:off x="5970148" y="2123538"/>
        <a:ext cx="2011044" cy="1177324"/>
      </dsp:txXfrm>
    </dsp:sp>
    <dsp:sp modelId="{3E9C3063-B089-4437-80E6-D690B095D099}">
      <dsp:nvSpPr>
        <dsp:cNvPr id="0" name=""/>
        <dsp:cNvSpPr/>
      </dsp:nvSpPr>
      <dsp:spPr>
        <a:xfrm rot="10800000">
          <a:off x="5308230" y="2453747"/>
          <a:ext cx="441871" cy="5169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5440791" y="2557128"/>
        <a:ext cx="309310" cy="310144"/>
      </dsp:txXfrm>
    </dsp:sp>
    <dsp:sp modelId="{4FD3F1FA-315A-41CD-9469-789C9193E8D2}">
      <dsp:nvSpPr>
        <dsp:cNvPr id="0" name=""/>
        <dsp:cNvSpPr/>
      </dsp:nvSpPr>
      <dsp:spPr>
        <a:xfrm>
          <a:off x="3015499" y="2086910"/>
          <a:ext cx="2084300" cy="12505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Hva du kan forvente av dette kurset</a:t>
          </a:r>
        </a:p>
      </dsp:txBody>
      <dsp:txXfrm>
        <a:off x="3052127" y="2123538"/>
        <a:ext cx="2011044" cy="11773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B97CF1-D7BD-4609-8F75-09B32A54901E}">
      <dsp:nvSpPr>
        <dsp:cNvPr id="0" name=""/>
        <dsp:cNvSpPr/>
      </dsp:nvSpPr>
      <dsp:spPr>
        <a:xfrm>
          <a:off x="0" y="60142"/>
          <a:ext cx="4717669" cy="17105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AI er datasystemer som kan utføre oppgaver som krever intelligens.</a:t>
          </a:r>
        </a:p>
      </dsp:txBody>
      <dsp:txXfrm>
        <a:off x="83502" y="143644"/>
        <a:ext cx="4550665" cy="1543536"/>
      </dsp:txXfrm>
    </dsp:sp>
    <dsp:sp modelId="{B25758CA-BB4C-4C4D-96FE-E674CF7C284A}">
      <dsp:nvSpPr>
        <dsp:cNvPr id="0" name=""/>
        <dsp:cNvSpPr/>
      </dsp:nvSpPr>
      <dsp:spPr>
        <a:xfrm>
          <a:off x="0" y="1868602"/>
          <a:ext cx="4717669" cy="1710540"/>
        </a:xfrm>
        <a:prstGeom prst="roundRect">
          <a:avLst/>
        </a:prstGeom>
        <a:solidFill>
          <a:schemeClr val="accent2">
            <a:hueOff val="-734515"/>
            <a:satOff val="-16247"/>
            <a:lumOff val="-323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Eksempler: ChatGPT, bildegjenkjenning, anbefalingssystemer.</a:t>
          </a:r>
        </a:p>
      </dsp:txBody>
      <dsp:txXfrm>
        <a:off x="83502" y="1952104"/>
        <a:ext cx="4550665" cy="1543536"/>
      </dsp:txXfrm>
    </dsp:sp>
    <dsp:sp modelId="{6A4566AC-7E01-4581-8A07-8D9858AC26F4}">
      <dsp:nvSpPr>
        <dsp:cNvPr id="0" name=""/>
        <dsp:cNvSpPr/>
      </dsp:nvSpPr>
      <dsp:spPr>
        <a:xfrm>
          <a:off x="0" y="3677062"/>
          <a:ext cx="4717669" cy="1710540"/>
        </a:xfrm>
        <a:prstGeom prst="roundRect">
          <a:avLst/>
        </a:prstGeom>
        <a:solidFill>
          <a:schemeClr val="accent2">
            <a:hueOff val="-1469031"/>
            <a:satOff val="-32495"/>
            <a:lumOff val="-647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Du møter AI i Spotify, Netflix, Google, kundeservice og mer.</a:t>
          </a:r>
        </a:p>
      </dsp:txBody>
      <dsp:txXfrm>
        <a:off x="83502" y="3760564"/>
        <a:ext cx="4550665" cy="15435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F00FB-5B34-4900-BE0D-F7C582771925}">
      <dsp:nvSpPr>
        <dsp:cNvPr id="0" name=""/>
        <dsp:cNvSpPr/>
      </dsp:nvSpPr>
      <dsp:spPr>
        <a:xfrm>
          <a:off x="0" y="2261"/>
          <a:ext cx="4717669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C7AABF-FE68-43CA-82B3-D71459D1992F}">
      <dsp:nvSpPr>
        <dsp:cNvPr id="0" name=""/>
        <dsp:cNvSpPr/>
      </dsp:nvSpPr>
      <dsp:spPr>
        <a:xfrm>
          <a:off x="346647" y="260097"/>
          <a:ext cx="630267" cy="6302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95E1E5-120E-4382-BD54-D39A913F2B05}">
      <dsp:nvSpPr>
        <dsp:cNvPr id="0" name=""/>
        <dsp:cNvSpPr/>
      </dsp:nvSpPr>
      <dsp:spPr>
        <a:xfrm>
          <a:off x="1323562" y="2261"/>
          <a:ext cx="3394106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Skrive e-post og dokumenter</a:t>
          </a:r>
        </a:p>
      </dsp:txBody>
      <dsp:txXfrm>
        <a:off x="1323562" y="2261"/>
        <a:ext cx="3394106" cy="1145941"/>
      </dsp:txXfrm>
    </dsp:sp>
    <dsp:sp modelId="{F22985A0-D42D-40F9-9B83-77931E44032C}">
      <dsp:nvSpPr>
        <dsp:cNvPr id="0" name=""/>
        <dsp:cNvSpPr/>
      </dsp:nvSpPr>
      <dsp:spPr>
        <a:xfrm>
          <a:off x="0" y="1434688"/>
          <a:ext cx="4717669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364FF5-577A-4EFA-AB67-F74028E3C1FA}">
      <dsp:nvSpPr>
        <dsp:cNvPr id="0" name=""/>
        <dsp:cNvSpPr/>
      </dsp:nvSpPr>
      <dsp:spPr>
        <a:xfrm>
          <a:off x="346647" y="1692524"/>
          <a:ext cx="630267" cy="6302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82878-14E8-4A53-9A41-F5DEB387FBF3}">
      <dsp:nvSpPr>
        <dsp:cNvPr id="0" name=""/>
        <dsp:cNvSpPr/>
      </dsp:nvSpPr>
      <dsp:spPr>
        <a:xfrm>
          <a:off x="1323562" y="1434688"/>
          <a:ext cx="3394106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Forberede møter og oppsummere innhold</a:t>
          </a:r>
        </a:p>
      </dsp:txBody>
      <dsp:txXfrm>
        <a:off x="1323562" y="1434688"/>
        <a:ext cx="3394106" cy="1145941"/>
      </dsp:txXfrm>
    </dsp:sp>
    <dsp:sp modelId="{4FA7EB52-38F9-4B85-8641-5034D0931F1B}">
      <dsp:nvSpPr>
        <dsp:cNvPr id="0" name=""/>
        <dsp:cNvSpPr/>
      </dsp:nvSpPr>
      <dsp:spPr>
        <a:xfrm>
          <a:off x="0" y="2867115"/>
          <a:ext cx="4717669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127C25-6578-4537-B626-06880E84CC5E}">
      <dsp:nvSpPr>
        <dsp:cNvPr id="0" name=""/>
        <dsp:cNvSpPr/>
      </dsp:nvSpPr>
      <dsp:spPr>
        <a:xfrm>
          <a:off x="346647" y="3124952"/>
          <a:ext cx="630267" cy="6302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FC466E-FC1E-42BC-B7D7-FBE3FEA71432}">
      <dsp:nvSpPr>
        <dsp:cNvPr id="0" name=""/>
        <dsp:cNvSpPr/>
      </dsp:nvSpPr>
      <dsp:spPr>
        <a:xfrm>
          <a:off x="1323562" y="2867115"/>
          <a:ext cx="3394106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Kundedialog og support</a:t>
          </a:r>
        </a:p>
      </dsp:txBody>
      <dsp:txXfrm>
        <a:off x="1323562" y="2867115"/>
        <a:ext cx="3394106" cy="1145941"/>
      </dsp:txXfrm>
    </dsp:sp>
    <dsp:sp modelId="{A2E358A2-3C66-4985-8D80-A519020BB218}">
      <dsp:nvSpPr>
        <dsp:cNvPr id="0" name=""/>
        <dsp:cNvSpPr/>
      </dsp:nvSpPr>
      <dsp:spPr>
        <a:xfrm>
          <a:off x="0" y="4299542"/>
          <a:ext cx="4717669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F1CD39-68F6-42A3-ADF7-6015EAAF6C77}">
      <dsp:nvSpPr>
        <dsp:cNvPr id="0" name=""/>
        <dsp:cNvSpPr/>
      </dsp:nvSpPr>
      <dsp:spPr>
        <a:xfrm>
          <a:off x="346647" y="4557379"/>
          <a:ext cx="630267" cy="6302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3B79A-88C4-4325-B9C6-AEF90A2C1DB2}">
      <dsp:nvSpPr>
        <dsp:cNvPr id="0" name=""/>
        <dsp:cNvSpPr/>
      </dsp:nvSpPr>
      <dsp:spPr>
        <a:xfrm>
          <a:off x="1323562" y="4299542"/>
          <a:ext cx="3394106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Skape idéutkast og innholdsforslag</a:t>
          </a:r>
        </a:p>
      </dsp:txBody>
      <dsp:txXfrm>
        <a:off x="1323562" y="4299542"/>
        <a:ext cx="3394106" cy="11459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6B2E18-8E86-4809-AD55-54BB4DA69BC3}">
      <dsp:nvSpPr>
        <dsp:cNvPr id="0" name=""/>
        <dsp:cNvSpPr/>
      </dsp:nvSpPr>
      <dsp:spPr>
        <a:xfrm>
          <a:off x="708766" y="708275"/>
          <a:ext cx="1076426" cy="10764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77BEC5-2F3E-4FC1-92C4-960E94F99195}">
      <dsp:nvSpPr>
        <dsp:cNvPr id="0" name=""/>
        <dsp:cNvSpPr/>
      </dsp:nvSpPr>
      <dsp:spPr>
        <a:xfrm>
          <a:off x="50950" y="210178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⏱️ Tidsbesparelse – gjør kjedelige oppgaver raskere</a:t>
          </a:r>
        </a:p>
      </dsp:txBody>
      <dsp:txXfrm>
        <a:off x="50950" y="2101786"/>
        <a:ext cx="2392059" cy="720000"/>
      </dsp:txXfrm>
    </dsp:sp>
    <dsp:sp modelId="{C46A4B23-1F21-40BF-B1CE-FAA8AD1DA343}">
      <dsp:nvSpPr>
        <dsp:cNvPr id="0" name=""/>
        <dsp:cNvSpPr/>
      </dsp:nvSpPr>
      <dsp:spPr>
        <a:xfrm>
          <a:off x="3519436" y="708275"/>
          <a:ext cx="1076426" cy="10764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EB876-5E72-4363-955D-401DDEB71B03}">
      <dsp:nvSpPr>
        <dsp:cNvPr id="0" name=""/>
        <dsp:cNvSpPr/>
      </dsp:nvSpPr>
      <dsp:spPr>
        <a:xfrm>
          <a:off x="2861620" y="210178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🎯 Økt presisjon – foreslår bedre formuleringer og struktur</a:t>
          </a:r>
        </a:p>
      </dsp:txBody>
      <dsp:txXfrm>
        <a:off x="2861620" y="2101786"/>
        <a:ext cx="2392059" cy="720000"/>
      </dsp:txXfrm>
    </dsp:sp>
    <dsp:sp modelId="{0CA95B7A-1495-44C6-8ACA-B28800364257}">
      <dsp:nvSpPr>
        <dsp:cNvPr id="0" name=""/>
        <dsp:cNvSpPr/>
      </dsp:nvSpPr>
      <dsp:spPr>
        <a:xfrm>
          <a:off x="6330106" y="708275"/>
          <a:ext cx="1076426" cy="10764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699565-EDBC-49DF-8E29-4ACE59F90FF1}">
      <dsp:nvSpPr>
        <dsp:cNvPr id="0" name=""/>
        <dsp:cNvSpPr/>
      </dsp:nvSpPr>
      <dsp:spPr>
        <a:xfrm>
          <a:off x="5672290" y="210178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🌐 Alltid tilgjengelig – 24/7 hjelp via verktøy som ChatGPT</a:t>
          </a:r>
        </a:p>
      </dsp:txBody>
      <dsp:txXfrm>
        <a:off x="5672290" y="2101786"/>
        <a:ext cx="2392059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ACB6A2-498E-43C3-9239-1863A3705C43}">
      <dsp:nvSpPr>
        <dsp:cNvPr id="0" name=""/>
        <dsp:cNvSpPr/>
      </dsp:nvSpPr>
      <dsp:spPr>
        <a:xfrm>
          <a:off x="0" y="642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45A293-5438-4321-8A50-EDAC9D6C4287}">
      <dsp:nvSpPr>
        <dsp:cNvPr id="0" name=""/>
        <dsp:cNvSpPr/>
      </dsp:nvSpPr>
      <dsp:spPr>
        <a:xfrm>
          <a:off x="454916" y="339010"/>
          <a:ext cx="827120" cy="8271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E1D58-3C3C-41AA-B28C-60DA88C13BA4}">
      <dsp:nvSpPr>
        <dsp:cNvPr id="0" name=""/>
        <dsp:cNvSpPr/>
      </dsp:nvSpPr>
      <dsp:spPr>
        <a:xfrm>
          <a:off x="1736952" y="642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Hjelper deg med formuleringer og struktur</a:t>
          </a:r>
        </a:p>
      </dsp:txBody>
      <dsp:txXfrm>
        <a:off x="1736952" y="642"/>
        <a:ext cx="3387206" cy="1503855"/>
      </dsp:txXfrm>
    </dsp:sp>
    <dsp:sp modelId="{1D92A23D-A0D3-47A6-B3DB-77D1D9DAC3C2}">
      <dsp:nvSpPr>
        <dsp:cNvPr id="0" name=""/>
        <dsp:cNvSpPr/>
      </dsp:nvSpPr>
      <dsp:spPr>
        <a:xfrm>
          <a:off x="0" y="1880461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84326-06C3-4F2B-A4B5-B0CBE4040024}">
      <dsp:nvSpPr>
        <dsp:cNvPr id="0" name=""/>
        <dsp:cNvSpPr/>
      </dsp:nvSpPr>
      <dsp:spPr>
        <a:xfrm>
          <a:off x="454916" y="2218829"/>
          <a:ext cx="827120" cy="8271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EA3A8-00DC-42F7-965B-37EBDFB40915}">
      <dsp:nvSpPr>
        <dsp:cNvPr id="0" name=""/>
        <dsp:cNvSpPr/>
      </dsp:nvSpPr>
      <dsp:spPr>
        <a:xfrm>
          <a:off x="1736952" y="1880461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Gir forslag til forbedring av tone og stil</a:t>
          </a:r>
        </a:p>
      </dsp:txBody>
      <dsp:txXfrm>
        <a:off x="1736952" y="1880461"/>
        <a:ext cx="3387206" cy="1503855"/>
      </dsp:txXfrm>
    </dsp:sp>
    <dsp:sp modelId="{BC624DE4-46FE-4471-92F0-47CDB9DEDF93}">
      <dsp:nvSpPr>
        <dsp:cNvPr id="0" name=""/>
        <dsp:cNvSpPr/>
      </dsp:nvSpPr>
      <dsp:spPr>
        <a:xfrm>
          <a:off x="0" y="3760280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ED01B-5D1E-4083-9E19-10E89F498777}">
      <dsp:nvSpPr>
        <dsp:cNvPr id="0" name=""/>
        <dsp:cNvSpPr/>
      </dsp:nvSpPr>
      <dsp:spPr>
        <a:xfrm>
          <a:off x="454916" y="4098648"/>
          <a:ext cx="827120" cy="8271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8066F1-0BDB-4847-BF79-C794E2A63E1C}">
      <dsp:nvSpPr>
        <dsp:cNvPr id="0" name=""/>
        <dsp:cNvSpPr/>
      </dsp:nvSpPr>
      <dsp:spPr>
        <a:xfrm>
          <a:off x="1736952" y="3760280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Skriver utkast til e-post, rapporter, referater</a:t>
          </a:r>
        </a:p>
      </dsp:txBody>
      <dsp:txXfrm>
        <a:off x="1736952" y="3760280"/>
        <a:ext cx="3387206" cy="15038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2F4D09-4977-40AD-915D-F4DE19F6E9AC}">
      <dsp:nvSpPr>
        <dsp:cNvPr id="0" name=""/>
        <dsp:cNvSpPr/>
      </dsp:nvSpPr>
      <dsp:spPr>
        <a:xfrm>
          <a:off x="519669" y="220997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33EF5-D7B8-456E-B8C0-0A42118778B1}">
      <dsp:nvSpPr>
        <dsp:cNvPr id="0" name=""/>
        <dsp:cNvSpPr/>
      </dsp:nvSpPr>
      <dsp:spPr>
        <a:xfrm>
          <a:off x="812169" y="513498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C6E829-7C0E-438E-A8EB-126C5A8C427B}">
      <dsp:nvSpPr>
        <dsp:cNvPr id="0" name=""/>
        <dsp:cNvSpPr/>
      </dsp:nvSpPr>
      <dsp:spPr>
        <a:xfrm>
          <a:off x="80919" y="2020998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Skriv en høflig påminnelse til kollega</a:t>
          </a:r>
        </a:p>
      </dsp:txBody>
      <dsp:txXfrm>
        <a:off x="80919" y="2020998"/>
        <a:ext cx="2250000" cy="720000"/>
      </dsp:txXfrm>
    </dsp:sp>
    <dsp:sp modelId="{34001E84-B494-4CB3-84C6-BED591541F8C}">
      <dsp:nvSpPr>
        <dsp:cNvPr id="0" name=""/>
        <dsp:cNvSpPr/>
      </dsp:nvSpPr>
      <dsp:spPr>
        <a:xfrm>
          <a:off x="3163419" y="220997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D7988C-ADA6-409A-AADF-AE7E72CE4E0F}">
      <dsp:nvSpPr>
        <dsp:cNvPr id="0" name=""/>
        <dsp:cNvSpPr/>
      </dsp:nvSpPr>
      <dsp:spPr>
        <a:xfrm>
          <a:off x="3455919" y="513498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3BFDB-8C84-4BD7-ACD7-729C321D70C4}">
      <dsp:nvSpPr>
        <dsp:cNvPr id="0" name=""/>
        <dsp:cNvSpPr/>
      </dsp:nvSpPr>
      <dsp:spPr>
        <a:xfrm>
          <a:off x="2724669" y="2020998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Oppsummer et møte i stikkord eller avsnitt</a:t>
          </a:r>
        </a:p>
      </dsp:txBody>
      <dsp:txXfrm>
        <a:off x="2724669" y="2020998"/>
        <a:ext cx="2250000" cy="720000"/>
      </dsp:txXfrm>
    </dsp:sp>
    <dsp:sp modelId="{A86BC824-9C29-4321-8657-0430A81800B7}">
      <dsp:nvSpPr>
        <dsp:cNvPr id="0" name=""/>
        <dsp:cNvSpPr/>
      </dsp:nvSpPr>
      <dsp:spPr>
        <a:xfrm>
          <a:off x="5807169" y="220997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7641E0-8DA9-4F40-AB5C-5686C7C713A5}">
      <dsp:nvSpPr>
        <dsp:cNvPr id="0" name=""/>
        <dsp:cNvSpPr/>
      </dsp:nvSpPr>
      <dsp:spPr>
        <a:xfrm>
          <a:off x="6099669" y="513498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9C48D9-F4C9-457E-B49E-BCA8BFAD7AD3}">
      <dsp:nvSpPr>
        <dsp:cNvPr id="0" name=""/>
        <dsp:cNvSpPr/>
      </dsp:nvSpPr>
      <dsp:spPr>
        <a:xfrm>
          <a:off x="5368419" y="2020998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Forklar et vanskelig begrep på en enkel måte</a:t>
          </a:r>
        </a:p>
      </dsp:txBody>
      <dsp:txXfrm>
        <a:off x="5368419" y="2020998"/>
        <a:ext cx="225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63199D-79E2-408F-A6FD-B1D055D2AAC6}">
      <dsp:nvSpPr>
        <dsp:cNvPr id="0" name=""/>
        <dsp:cNvSpPr/>
      </dsp:nvSpPr>
      <dsp:spPr>
        <a:xfrm>
          <a:off x="0" y="642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564D8B-AEAB-4452-8894-C7C1AE43C082}">
      <dsp:nvSpPr>
        <dsp:cNvPr id="0" name=""/>
        <dsp:cNvSpPr/>
      </dsp:nvSpPr>
      <dsp:spPr>
        <a:xfrm>
          <a:off x="454916" y="339010"/>
          <a:ext cx="827120" cy="8271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D6A7BF-BE4E-4906-858F-6E73145B8C94}">
      <dsp:nvSpPr>
        <dsp:cNvPr id="0" name=""/>
        <dsp:cNvSpPr/>
      </dsp:nvSpPr>
      <dsp:spPr>
        <a:xfrm>
          <a:off x="1736952" y="642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Skriv en e-post med hjelp fra AI:</a:t>
          </a:r>
        </a:p>
      </dsp:txBody>
      <dsp:txXfrm>
        <a:off x="1736952" y="642"/>
        <a:ext cx="3387206" cy="1503855"/>
      </dsp:txXfrm>
    </dsp:sp>
    <dsp:sp modelId="{9236168D-EB40-4D6A-9360-6C9ACF7054D4}">
      <dsp:nvSpPr>
        <dsp:cNvPr id="0" name=""/>
        <dsp:cNvSpPr/>
      </dsp:nvSpPr>
      <dsp:spPr>
        <a:xfrm>
          <a:off x="0" y="1880461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10ACB-4A22-411A-9212-A02622793003}">
      <dsp:nvSpPr>
        <dsp:cNvPr id="0" name=""/>
        <dsp:cNvSpPr/>
      </dsp:nvSpPr>
      <dsp:spPr>
        <a:xfrm>
          <a:off x="454916" y="2218829"/>
          <a:ext cx="827120" cy="8271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4F1DB-DF12-4A82-96F3-07FF6B74497C}">
      <dsp:nvSpPr>
        <dsp:cNvPr id="0" name=""/>
        <dsp:cNvSpPr/>
      </dsp:nvSpPr>
      <dsp:spPr>
        <a:xfrm>
          <a:off x="1736952" y="1880461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Takk for et møte, foreslå neste steg</a:t>
          </a:r>
        </a:p>
      </dsp:txBody>
      <dsp:txXfrm>
        <a:off x="1736952" y="1880461"/>
        <a:ext cx="3387206" cy="1503855"/>
      </dsp:txXfrm>
    </dsp:sp>
    <dsp:sp modelId="{8A57688C-FB48-4AF5-8319-8EB46C639BC0}">
      <dsp:nvSpPr>
        <dsp:cNvPr id="0" name=""/>
        <dsp:cNvSpPr/>
      </dsp:nvSpPr>
      <dsp:spPr>
        <a:xfrm>
          <a:off x="0" y="3760280"/>
          <a:ext cx="5124159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5CA28E-7972-4E5F-B21A-7817B668821B}">
      <dsp:nvSpPr>
        <dsp:cNvPr id="0" name=""/>
        <dsp:cNvSpPr/>
      </dsp:nvSpPr>
      <dsp:spPr>
        <a:xfrm>
          <a:off x="454916" y="4098648"/>
          <a:ext cx="827120" cy="8271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83A18-189E-4AE0-8106-8584453508A4}">
      <dsp:nvSpPr>
        <dsp:cNvPr id="0" name=""/>
        <dsp:cNvSpPr/>
      </dsp:nvSpPr>
      <dsp:spPr>
        <a:xfrm>
          <a:off x="1736952" y="3760280"/>
          <a:ext cx="3387206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Gi AI noen punkter og ønsket tone</a:t>
          </a:r>
        </a:p>
      </dsp:txBody>
      <dsp:txXfrm>
        <a:off x="1736952" y="3760280"/>
        <a:ext cx="3387206" cy="150385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AE0CA-E5E4-45E0-9927-8B91E47B7315}">
      <dsp:nvSpPr>
        <dsp:cNvPr id="0" name=""/>
        <dsp:cNvSpPr/>
      </dsp:nvSpPr>
      <dsp:spPr>
        <a:xfrm>
          <a:off x="0" y="2232"/>
          <a:ext cx="487203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F58B88C-E236-4AA5-B7B2-4241BDC0D44D}">
      <dsp:nvSpPr>
        <dsp:cNvPr id="0" name=""/>
        <dsp:cNvSpPr/>
      </dsp:nvSpPr>
      <dsp:spPr>
        <a:xfrm>
          <a:off x="0" y="2232"/>
          <a:ext cx="4872038" cy="1522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baseline="0"/>
            <a:t>• Opprette ukeplaner og daglige lister</a:t>
          </a:r>
          <a:endParaRPr lang="en-US" sz="4100" kern="1200"/>
        </a:p>
      </dsp:txBody>
      <dsp:txXfrm>
        <a:off x="0" y="2232"/>
        <a:ext cx="4872038" cy="1522511"/>
      </dsp:txXfrm>
    </dsp:sp>
    <dsp:sp modelId="{E746BA8F-F8F2-4235-BE9D-94E271DDD753}">
      <dsp:nvSpPr>
        <dsp:cNvPr id="0" name=""/>
        <dsp:cNvSpPr/>
      </dsp:nvSpPr>
      <dsp:spPr>
        <a:xfrm>
          <a:off x="0" y="1524744"/>
          <a:ext cx="4872038" cy="0"/>
        </a:xfrm>
        <a:prstGeom prst="line">
          <a:avLst/>
        </a:prstGeom>
        <a:gradFill rotWithShape="0">
          <a:gsLst>
            <a:gs pos="0">
              <a:schemeClr val="accent2">
                <a:hueOff val="-734515"/>
                <a:satOff val="-16247"/>
                <a:lumOff val="-3235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734515"/>
                <a:satOff val="-16247"/>
                <a:lumOff val="-3235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734515"/>
              <a:satOff val="-16247"/>
              <a:lumOff val="-323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BB1055-4FD4-4C00-8C98-94A36A3A2818}">
      <dsp:nvSpPr>
        <dsp:cNvPr id="0" name=""/>
        <dsp:cNvSpPr/>
      </dsp:nvSpPr>
      <dsp:spPr>
        <a:xfrm>
          <a:off x="0" y="1524744"/>
          <a:ext cx="4872038" cy="1522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baseline="0"/>
            <a:t>• Forberede og oppsummere møter</a:t>
          </a:r>
          <a:endParaRPr lang="en-US" sz="4100" kern="1200"/>
        </a:p>
      </dsp:txBody>
      <dsp:txXfrm>
        <a:off x="0" y="1524744"/>
        <a:ext cx="4872038" cy="1522511"/>
      </dsp:txXfrm>
    </dsp:sp>
    <dsp:sp modelId="{237EE050-3AD5-47E8-9CF6-970D576CB602}">
      <dsp:nvSpPr>
        <dsp:cNvPr id="0" name=""/>
        <dsp:cNvSpPr/>
      </dsp:nvSpPr>
      <dsp:spPr>
        <a:xfrm>
          <a:off x="0" y="3047255"/>
          <a:ext cx="4872038" cy="0"/>
        </a:xfrm>
        <a:prstGeom prst="line">
          <a:avLst/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469031"/>
              <a:satOff val="-32495"/>
              <a:lumOff val="-647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9E8738-6F5E-4AE1-BDF2-2FDC41B74AB7}">
      <dsp:nvSpPr>
        <dsp:cNvPr id="0" name=""/>
        <dsp:cNvSpPr/>
      </dsp:nvSpPr>
      <dsp:spPr>
        <a:xfrm>
          <a:off x="0" y="3047255"/>
          <a:ext cx="4872038" cy="1522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baseline="0"/>
            <a:t>• Foreslå tidsbruk eller prioriteringer</a:t>
          </a:r>
          <a:endParaRPr lang="en-US" sz="4100" kern="1200"/>
        </a:p>
      </dsp:txBody>
      <dsp:txXfrm>
        <a:off x="0" y="3047255"/>
        <a:ext cx="4872038" cy="152251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CA3528-A3CF-44C0-953B-EF8091C5B619}">
      <dsp:nvSpPr>
        <dsp:cNvPr id="0" name=""/>
        <dsp:cNvSpPr/>
      </dsp:nvSpPr>
      <dsp:spPr>
        <a:xfrm>
          <a:off x="0" y="668256"/>
          <a:ext cx="4211240" cy="10881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baseline="0"/>
            <a:t>• Notion AI – smart støtte i notater og oversikter</a:t>
          </a:r>
          <a:endParaRPr lang="en-US" sz="3000" kern="1200"/>
        </a:p>
      </dsp:txBody>
      <dsp:txXfrm>
        <a:off x="53117" y="721373"/>
        <a:ext cx="4105006" cy="981866"/>
      </dsp:txXfrm>
    </dsp:sp>
    <dsp:sp modelId="{66AD8B0E-E3F5-4985-A177-50754D012169}">
      <dsp:nvSpPr>
        <dsp:cNvPr id="0" name=""/>
        <dsp:cNvSpPr/>
      </dsp:nvSpPr>
      <dsp:spPr>
        <a:xfrm>
          <a:off x="0" y="1842756"/>
          <a:ext cx="4211240" cy="1088100"/>
        </a:xfrm>
        <a:prstGeom prst="roundRect">
          <a:avLst/>
        </a:prstGeom>
        <a:solidFill>
          <a:schemeClr val="accent5">
            <a:hueOff val="-1654278"/>
            <a:satOff val="-8885"/>
            <a:lumOff val="303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baseline="0"/>
            <a:t>• Microsoft Copilot – Excel, Teams, OneNote</a:t>
          </a:r>
          <a:endParaRPr lang="en-US" sz="3000" kern="1200"/>
        </a:p>
      </dsp:txBody>
      <dsp:txXfrm>
        <a:off x="53117" y="1895873"/>
        <a:ext cx="4105006" cy="981866"/>
      </dsp:txXfrm>
    </dsp:sp>
    <dsp:sp modelId="{23DBDD6F-D73C-42A7-BAEB-7A17B119F5BC}">
      <dsp:nvSpPr>
        <dsp:cNvPr id="0" name=""/>
        <dsp:cNvSpPr/>
      </dsp:nvSpPr>
      <dsp:spPr>
        <a:xfrm>
          <a:off x="0" y="3017256"/>
          <a:ext cx="4211240" cy="1088100"/>
        </a:xfrm>
        <a:prstGeom prst="roundRect">
          <a:avLst/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baseline="0"/>
            <a:t>• Google Assistent og Keep med AI-hjelp</a:t>
          </a:r>
          <a:endParaRPr lang="en-US" sz="3000" kern="1200"/>
        </a:p>
      </dsp:txBody>
      <dsp:txXfrm>
        <a:off x="53117" y="3070373"/>
        <a:ext cx="4105006" cy="9818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6B16B8-54B0-46C9-8B8B-885D748C6A9E}">
      <dsp:nvSpPr>
        <dsp:cNvPr id="0" name=""/>
        <dsp:cNvSpPr/>
      </dsp:nvSpPr>
      <dsp:spPr>
        <a:xfrm>
          <a:off x="0" y="415"/>
          <a:ext cx="8171528" cy="9724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6E378F-C717-491B-AB71-F6A7636D943A}">
      <dsp:nvSpPr>
        <dsp:cNvPr id="0" name=""/>
        <dsp:cNvSpPr/>
      </dsp:nvSpPr>
      <dsp:spPr>
        <a:xfrm>
          <a:off x="294154" y="219208"/>
          <a:ext cx="534827" cy="5348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05737-AA16-40B1-9DB1-C0CF3708630F}">
      <dsp:nvSpPr>
        <dsp:cNvPr id="0" name=""/>
        <dsp:cNvSpPr/>
      </dsp:nvSpPr>
      <dsp:spPr>
        <a:xfrm>
          <a:off x="1123137" y="415"/>
          <a:ext cx="7048390" cy="97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914" tIns="102914" rIns="102914" bIns="10291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• Spør: 'Lag ukeplan for prosjektslutt neste fredag'</a:t>
          </a:r>
          <a:endParaRPr lang="en-US" sz="2500" kern="1200"/>
        </a:p>
      </dsp:txBody>
      <dsp:txXfrm>
        <a:off x="1123137" y="415"/>
        <a:ext cx="7048390" cy="972413"/>
      </dsp:txXfrm>
    </dsp:sp>
    <dsp:sp modelId="{D6AC0B49-6632-4D30-8AF2-822919883571}">
      <dsp:nvSpPr>
        <dsp:cNvPr id="0" name=""/>
        <dsp:cNvSpPr/>
      </dsp:nvSpPr>
      <dsp:spPr>
        <a:xfrm>
          <a:off x="0" y="1215931"/>
          <a:ext cx="8171528" cy="9724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F55F86-2BD1-401A-97EE-AD160FBE924A}">
      <dsp:nvSpPr>
        <dsp:cNvPr id="0" name=""/>
        <dsp:cNvSpPr/>
      </dsp:nvSpPr>
      <dsp:spPr>
        <a:xfrm>
          <a:off x="294154" y="1434724"/>
          <a:ext cx="534827" cy="5348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15C2F-EB1A-4076-BD15-6E11A69B1589}">
      <dsp:nvSpPr>
        <dsp:cNvPr id="0" name=""/>
        <dsp:cNvSpPr/>
      </dsp:nvSpPr>
      <dsp:spPr>
        <a:xfrm>
          <a:off x="1123137" y="1215931"/>
          <a:ext cx="7048390" cy="97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914" tIns="102914" rIns="102914" bIns="10291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• Spør: 'Hvordan prioritere 10 oppgaver på 3 dager?'</a:t>
          </a:r>
          <a:endParaRPr lang="en-US" sz="2500" kern="1200"/>
        </a:p>
      </dsp:txBody>
      <dsp:txXfrm>
        <a:off x="1123137" y="1215931"/>
        <a:ext cx="7048390" cy="972413"/>
      </dsp:txXfrm>
    </dsp:sp>
    <dsp:sp modelId="{E2E96429-E4F2-4A69-8378-5BCAD702F4A8}">
      <dsp:nvSpPr>
        <dsp:cNvPr id="0" name=""/>
        <dsp:cNvSpPr/>
      </dsp:nvSpPr>
      <dsp:spPr>
        <a:xfrm>
          <a:off x="0" y="2431448"/>
          <a:ext cx="8171528" cy="9724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5DE81-9A01-4934-AE44-F9121EB21591}">
      <dsp:nvSpPr>
        <dsp:cNvPr id="0" name=""/>
        <dsp:cNvSpPr/>
      </dsp:nvSpPr>
      <dsp:spPr>
        <a:xfrm>
          <a:off x="294154" y="2650241"/>
          <a:ext cx="534827" cy="5348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F0C2D-54E9-43DE-9240-DFB3F36A6221}">
      <dsp:nvSpPr>
        <dsp:cNvPr id="0" name=""/>
        <dsp:cNvSpPr/>
      </dsp:nvSpPr>
      <dsp:spPr>
        <a:xfrm>
          <a:off x="1123137" y="2431448"/>
          <a:ext cx="7048390" cy="97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914" tIns="102914" rIns="102914" bIns="10291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• Få forslag du kan justere</a:t>
          </a:r>
          <a:endParaRPr lang="en-US" sz="2500" kern="1200"/>
        </a:p>
      </dsp:txBody>
      <dsp:txXfrm>
        <a:off x="1123137" y="2431448"/>
        <a:ext cx="7048390" cy="97241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DE781E-4CBF-43A0-BDC1-FE2BA087AD88}">
      <dsp:nvSpPr>
        <dsp:cNvPr id="0" name=""/>
        <dsp:cNvSpPr/>
      </dsp:nvSpPr>
      <dsp:spPr>
        <a:xfrm>
          <a:off x="0" y="659170"/>
          <a:ext cx="7053264" cy="12169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593FE5-AD1E-4BA9-84C3-60F1824B6246}">
      <dsp:nvSpPr>
        <dsp:cNvPr id="0" name=""/>
        <dsp:cNvSpPr/>
      </dsp:nvSpPr>
      <dsp:spPr>
        <a:xfrm>
          <a:off x="368121" y="932979"/>
          <a:ext cx="669311" cy="6693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F21503-D3FB-415E-9A90-E10B790B165E}">
      <dsp:nvSpPr>
        <dsp:cNvPr id="0" name=""/>
        <dsp:cNvSpPr/>
      </dsp:nvSpPr>
      <dsp:spPr>
        <a:xfrm>
          <a:off x="1405554" y="659170"/>
          <a:ext cx="5647709" cy="1216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92" tIns="128792" rIns="128792" bIns="12879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• 'Lag møteplan med agenda og mål for 45 minutter'</a:t>
          </a:r>
          <a:endParaRPr lang="en-US" sz="2500" kern="1200"/>
        </a:p>
      </dsp:txBody>
      <dsp:txXfrm>
        <a:off x="1405554" y="659170"/>
        <a:ext cx="5647709" cy="1216930"/>
      </dsp:txXfrm>
    </dsp:sp>
    <dsp:sp modelId="{BBEC3A0F-DBD7-4970-963A-6C5B155012DE}">
      <dsp:nvSpPr>
        <dsp:cNvPr id="0" name=""/>
        <dsp:cNvSpPr/>
      </dsp:nvSpPr>
      <dsp:spPr>
        <a:xfrm>
          <a:off x="0" y="2180333"/>
          <a:ext cx="7053264" cy="12169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8B9AB4-B925-4B72-8CE6-6952C4B10738}">
      <dsp:nvSpPr>
        <dsp:cNvPr id="0" name=""/>
        <dsp:cNvSpPr/>
      </dsp:nvSpPr>
      <dsp:spPr>
        <a:xfrm>
          <a:off x="368121" y="2454142"/>
          <a:ext cx="669311" cy="6693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386875-7FB8-47CC-8541-1C1DFA9E346D}">
      <dsp:nvSpPr>
        <dsp:cNvPr id="0" name=""/>
        <dsp:cNvSpPr/>
      </dsp:nvSpPr>
      <dsp:spPr>
        <a:xfrm>
          <a:off x="1405554" y="2180333"/>
          <a:ext cx="5647709" cy="1216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92" tIns="128792" rIns="128792" bIns="12879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• 'Foreslå plan for oppfølging av kundesamtaler'</a:t>
          </a:r>
          <a:endParaRPr lang="en-US" sz="2500" kern="1200"/>
        </a:p>
      </dsp:txBody>
      <dsp:txXfrm>
        <a:off x="1405554" y="2180333"/>
        <a:ext cx="5647709" cy="121693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3DB867-E34F-4273-8F40-9D7262A87761}">
      <dsp:nvSpPr>
        <dsp:cNvPr id="0" name=""/>
        <dsp:cNvSpPr/>
      </dsp:nvSpPr>
      <dsp:spPr>
        <a:xfrm>
          <a:off x="1123779" y="14638"/>
          <a:ext cx="2024437" cy="2024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CAB4E3-AA1E-48FB-8142-296FEAD09CA1}">
      <dsp:nvSpPr>
        <dsp:cNvPr id="0" name=""/>
        <dsp:cNvSpPr/>
      </dsp:nvSpPr>
      <dsp:spPr>
        <a:xfrm>
          <a:off x="1555217" y="446075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6CB97B-5FD5-4A32-B8AB-4B3DD099F797}">
      <dsp:nvSpPr>
        <dsp:cNvPr id="0" name=""/>
        <dsp:cNvSpPr/>
      </dsp:nvSpPr>
      <dsp:spPr>
        <a:xfrm>
          <a:off x="476623" y="2669638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baseline="0"/>
            <a:t>• Bruk AI til å planlegge neste uke</a:t>
          </a:r>
          <a:endParaRPr lang="en-US" sz="2400" kern="1200"/>
        </a:p>
      </dsp:txBody>
      <dsp:txXfrm>
        <a:off x="476623" y="2669638"/>
        <a:ext cx="3318750" cy="720000"/>
      </dsp:txXfrm>
    </dsp:sp>
    <dsp:sp modelId="{C23CF21C-DE80-4676-9379-B4940F877F65}">
      <dsp:nvSpPr>
        <dsp:cNvPr id="0" name=""/>
        <dsp:cNvSpPr/>
      </dsp:nvSpPr>
      <dsp:spPr>
        <a:xfrm>
          <a:off x="5023310" y="14638"/>
          <a:ext cx="2024437" cy="2024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E74998-8261-4CAB-8585-E16C889D4B1A}">
      <dsp:nvSpPr>
        <dsp:cNvPr id="0" name=""/>
        <dsp:cNvSpPr/>
      </dsp:nvSpPr>
      <dsp:spPr>
        <a:xfrm>
          <a:off x="5454748" y="446075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83EB09-C7CC-4EEE-8DBD-AFFDEA49E56C}">
      <dsp:nvSpPr>
        <dsp:cNvPr id="0" name=""/>
        <dsp:cNvSpPr/>
      </dsp:nvSpPr>
      <dsp:spPr>
        <a:xfrm>
          <a:off x="4376154" y="2669638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baseline="0"/>
            <a:t>• Hva kan du delegere, prioritere, forbedre?</a:t>
          </a:r>
          <a:endParaRPr lang="en-US" sz="2400" kern="1200"/>
        </a:p>
      </dsp:txBody>
      <dsp:txXfrm>
        <a:off x="4376154" y="2669638"/>
        <a:ext cx="331875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18F05F-1D27-400A-BE53-3915AB8453D1}">
      <dsp:nvSpPr>
        <dsp:cNvPr id="0" name=""/>
        <dsp:cNvSpPr/>
      </dsp:nvSpPr>
      <dsp:spPr>
        <a:xfrm>
          <a:off x="0" y="649"/>
          <a:ext cx="4417265" cy="15194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2FE070-0FFA-4AF4-AFA0-C95EC95DF5D6}">
      <dsp:nvSpPr>
        <dsp:cNvPr id="0" name=""/>
        <dsp:cNvSpPr/>
      </dsp:nvSpPr>
      <dsp:spPr>
        <a:xfrm>
          <a:off x="459622" y="342517"/>
          <a:ext cx="835676" cy="8356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39F2B7-2D9D-4E2D-91CA-76F2F755A535}">
      <dsp:nvSpPr>
        <dsp:cNvPr id="0" name=""/>
        <dsp:cNvSpPr/>
      </dsp:nvSpPr>
      <dsp:spPr>
        <a:xfrm>
          <a:off x="1754920" y="649"/>
          <a:ext cx="2662344" cy="1519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804" tIns="160804" rIns="160804" bIns="16080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Bruk AI til å lage grafikk, slides og bilder</a:t>
          </a:r>
        </a:p>
      </dsp:txBody>
      <dsp:txXfrm>
        <a:off x="1754920" y="649"/>
        <a:ext cx="2662344" cy="1519412"/>
      </dsp:txXfrm>
    </dsp:sp>
    <dsp:sp modelId="{C5263EB4-5196-493E-A27B-C24CF5B101C7}">
      <dsp:nvSpPr>
        <dsp:cNvPr id="0" name=""/>
        <dsp:cNvSpPr/>
      </dsp:nvSpPr>
      <dsp:spPr>
        <a:xfrm>
          <a:off x="0" y="1899914"/>
          <a:ext cx="4417265" cy="15194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9B1E6B-AD03-49F1-8C57-D3FFC6BD8081}">
      <dsp:nvSpPr>
        <dsp:cNvPr id="0" name=""/>
        <dsp:cNvSpPr/>
      </dsp:nvSpPr>
      <dsp:spPr>
        <a:xfrm>
          <a:off x="459622" y="2241782"/>
          <a:ext cx="835676" cy="8356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419318-F05D-4BBD-AE8F-1162BA5C49E7}">
      <dsp:nvSpPr>
        <dsp:cNvPr id="0" name=""/>
        <dsp:cNvSpPr/>
      </dsp:nvSpPr>
      <dsp:spPr>
        <a:xfrm>
          <a:off x="1754920" y="1899914"/>
          <a:ext cx="2662344" cy="1519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804" tIns="160804" rIns="160804" bIns="16080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Raskt lage presentasjoner og illustrasjoner</a:t>
          </a:r>
        </a:p>
      </dsp:txBody>
      <dsp:txXfrm>
        <a:off x="1754920" y="1899914"/>
        <a:ext cx="2662344" cy="1519412"/>
      </dsp:txXfrm>
    </dsp:sp>
    <dsp:sp modelId="{4AF1E1DD-8F4E-46E5-8BFA-42E32419B8D3}">
      <dsp:nvSpPr>
        <dsp:cNvPr id="0" name=""/>
        <dsp:cNvSpPr/>
      </dsp:nvSpPr>
      <dsp:spPr>
        <a:xfrm>
          <a:off x="0" y="3799179"/>
          <a:ext cx="4417265" cy="15194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7444F-602D-4761-AE38-8E46A05FCADA}">
      <dsp:nvSpPr>
        <dsp:cNvPr id="0" name=""/>
        <dsp:cNvSpPr/>
      </dsp:nvSpPr>
      <dsp:spPr>
        <a:xfrm>
          <a:off x="459622" y="4141047"/>
          <a:ext cx="835676" cy="8356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DEA812-4D1F-4055-98AC-4ED3CB03E42A}">
      <dsp:nvSpPr>
        <dsp:cNvPr id="0" name=""/>
        <dsp:cNvSpPr/>
      </dsp:nvSpPr>
      <dsp:spPr>
        <a:xfrm>
          <a:off x="1754920" y="3799179"/>
          <a:ext cx="2662344" cy="1519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804" tIns="160804" rIns="160804" bIns="16080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Ideelt for sosiale medier, blogg, presentasjoner</a:t>
          </a:r>
        </a:p>
      </dsp:txBody>
      <dsp:txXfrm>
        <a:off x="1754920" y="3799179"/>
        <a:ext cx="2662344" cy="151941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280EA-CAFC-4AE9-80A5-4488AA1830CC}">
      <dsp:nvSpPr>
        <dsp:cNvPr id="0" name=""/>
        <dsp:cNvSpPr/>
      </dsp:nvSpPr>
      <dsp:spPr>
        <a:xfrm>
          <a:off x="0" y="930729"/>
          <a:ext cx="3971833" cy="171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56E5DD-E7E8-4458-A03B-B0F7596EC04B}">
      <dsp:nvSpPr>
        <dsp:cNvPr id="0" name=""/>
        <dsp:cNvSpPr/>
      </dsp:nvSpPr>
      <dsp:spPr>
        <a:xfrm>
          <a:off x="519776" y="1317340"/>
          <a:ext cx="945048" cy="945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CBA999-A46A-41DB-830B-FDFF7AB3931A}">
      <dsp:nvSpPr>
        <dsp:cNvPr id="0" name=""/>
        <dsp:cNvSpPr/>
      </dsp:nvSpPr>
      <dsp:spPr>
        <a:xfrm>
          <a:off x="1984602" y="930729"/>
          <a:ext cx="1987230" cy="171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850" tIns="181850" rIns="181850" bIns="18185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Lag en slide med AI-generert bilde og tekst</a:t>
          </a:r>
        </a:p>
      </dsp:txBody>
      <dsp:txXfrm>
        <a:off x="1984602" y="930729"/>
        <a:ext cx="1987230" cy="1718270"/>
      </dsp:txXfrm>
    </dsp:sp>
    <dsp:sp modelId="{A407F9B4-6370-47AD-BF6E-BC52AA63340D}">
      <dsp:nvSpPr>
        <dsp:cNvPr id="0" name=""/>
        <dsp:cNvSpPr/>
      </dsp:nvSpPr>
      <dsp:spPr>
        <a:xfrm>
          <a:off x="0" y="3078567"/>
          <a:ext cx="3971833" cy="171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F12D7-CF4B-4D44-910A-DA30FDF9D11B}">
      <dsp:nvSpPr>
        <dsp:cNvPr id="0" name=""/>
        <dsp:cNvSpPr/>
      </dsp:nvSpPr>
      <dsp:spPr>
        <a:xfrm>
          <a:off x="519776" y="3465178"/>
          <a:ext cx="945048" cy="945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8F6E8-BF5A-4B38-8AFE-4A2CEBB4F01F}">
      <dsp:nvSpPr>
        <dsp:cNvPr id="0" name=""/>
        <dsp:cNvSpPr/>
      </dsp:nvSpPr>
      <dsp:spPr>
        <a:xfrm>
          <a:off x="1984602" y="3078567"/>
          <a:ext cx="1987230" cy="171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850" tIns="181850" rIns="181850" bIns="18185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Tema: Introduksjon til AI på jobb</a:t>
          </a:r>
        </a:p>
      </dsp:txBody>
      <dsp:txXfrm>
        <a:off x="1984602" y="3078567"/>
        <a:ext cx="1987230" cy="171827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75F79-E2F3-4E22-9039-F35E2E96C716}">
      <dsp:nvSpPr>
        <dsp:cNvPr id="0" name=""/>
        <dsp:cNvSpPr/>
      </dsp:nvSpPr>
      <dsp:spPr>
        <a:xfrm>
          <a:off x="620942" y="1157099"/>
          <a:ext cx="879070" cy="8790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53494-9A3F-43BA-98BD-535055F7E03F}">
      <dsp:nvSpPr>
        <dsp:cNvPr id="0" name=""/>
        <dsp:cNvSpPr/>
      </dsp:nvSpPr>
      <dsp:spPr>
        <a:xfrm>
          <a:off x="83732" y="2318381"/>
          <a:ext cx="1953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Når informasjonen er sensitiv eller konfidensiell</a:t>
          </a:r>
          <a:endParaRPr lang="en-US" sz="1700" kern="1200"/>
        </a:p>
      </dsp:txBody>
      <dsp:txXfrm>
        <a:off x="83732" y="2318381"/>
        <a:ext cx="1953489" cy="720000"/>
      </dsp:txXfrm>
    </dsp:sp>
    <dsp:sp modelId="{73C6B588-B5B0-43F8-934C-2135EF4FE8CB}">
      <dsp:nvSpPr>
        <dsp:cNvPr id="0" name=""/>
        <dsp:cNvSpPr/>
      </dsp:nvSpPr>
      <dsp:spPr>
        <a:xfrm>
          <a:off x="2916291" y="1157099"/>
          <a:ext cx="879070" cy="8790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CC5AC5-F721-4458-8962-526EDFEA4272}">
      <dsp:nvSpPr>
        <dsp:cNvPr id="0" name=""/>
        <dsp:cNvSpPr/>
      </dsp:nvSpPr>
      <dsp:spPr>
        <a:xfrm>
          <a:off x="2379082" y="2318381"/>
          <a:ext cx="1953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Ved vurderinger som krever faglig eller juridisk ansvar</a:t>
          </a:r>
          <a:endParaRPr lang="en-US" sz="1700" kern="1200"/>
        </a:p>
      </dsp:txBody>
      <dsp:txXfrm>
        <a:off x="2379082" y="2318381"/>
        <a:ext cx="1953489" cy="720000"/>
      </dsp:txXfrm>
    </dsp:sp>
    <dsp:sp modelId="{4BAC6920-BA93-463A-B385-3F4C3F5A2964}">
      <dsp:nvSpPr>
        <dsp:cNvPr id="0" name=""/>
        <dsp:cNvSpPr/>
      </dsp:nvSpPr>
      <dsp:spPr>
        <a:xfrm>
          <a:off x="5211641" y="1157099"/>
          <a:ext cx="879070" cy="8790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60507-133F-4D69-8B1D-A4C0976B6B29}">
      <dsp:nvSpPr>
        <dsp:cNvPr id="0" name=""/>
        <dsp:cNvSpPr/>
      </dsp:nvSpPr>
      <dsp:spPr>
        <a:xfrm>
          <a:off x="4674432" y="2318381"/>
          <a:ext cx="1953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Når det kan skade tillit eller relasjoner</a:t>
          </a:r>
          <a:endParaRPr lang="en-US" sz="1700" kern="1200"/>
        </a:p>
      </dsp:txBody>
      <dsp:txXfrm>
        <a:off x="4674432" y="2318381"/>
        <a:ext cx="1953489" cy="72000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9272C7-4735-4171-95AC-8C6BE7901CA9}">
      <dsp:nvSpPr>
        <dsp:cNvPr id="0" name=""/>
        <dsp:cNvSpPr/>
      </dsp:nvSpPr>
      <dsp:spPr>
        <a:xfrm>
          <a:off x="0" y="33080"/>
          <a:ext cx="4872038" cy="144626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• AI-modeller kan lagre eller lære fra data</a:t>
          </a:r>
          <a:endParaRPr lang="en-US" sz="2900" kern="1200"/>
        </a:p>
      </dsp:txBody>
      <dsp:txXfrm>
        <a:off x="70601" y="103681"/>
        <a:ext cx="4730836" cy="1305064"/>
      </dsp:txXfrm>
    </dsp:sp>
    <dsp:sp modelId="{A71EF468-62DD-4364-9F5F-51A5299926C7}">
      <dsp:nvSpPr>
        <dsp:cNvPr id="0" name=""/>
        <dsp:cNvSpPr/>
      </dsp:nvSpPr>
      <dsp:spPr>
        <a:xfrm>
          <a:off x="0" y="1562866"/>
          <a:ext cx="4872038" cy="1446266"/>
        </a:xfrm>
        <a:prstGeom prst="roundRect">
          <a:avLst/>
        </a:prstGeom>
        <a:gradFill rotWithShape="0">
          <a:gsLst>
            <a:gs pos="0">
              <a:schemeClr val="accent2">
                <a:hueOff val="-734515"/>
                <a:satOff val="-16247"/>
                <a:lumOff val="-3235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734515"/>
                <a:satOff val="-16247"/>
                <a:lumOff val="-3235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• Ikke skriv inn passord, personopplysninger eller kundedata</a:t>
          </a:r>
          <a:endParaRPr lang="en-US" sz="2900" kern="1200"/>
        </a:p>
      </dsp:txBody>
      <dsp:txXfrm>
        <a:off x="70601" y="1633467"/>
        <a:ext cx="4730836" cy="1305064"/>
      </dsp:txXfrm>
    </dsp:sp>
    <dsp:sp modelId="{8343EEDF-8633-48DD-AEBD-3D8579D0A484}">
      <dsp:nvSpPr>
        <dsp:cNvPr id="0" name=""/>
        <dsp:cNvSpPr/>
      </dsp:nvSpPr>
      <dsp:spPr>
        <a:xfrm>
          <a:off x="0" y="3092653"/>
          <a:ext cx="4872038" cy="1446266"/>
        </a:xfrm>
        <a:prstGeom prst="roundRect">
          <a:avLst/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• Les alltid personvernbetingelser</a:t>
          </a:r>
          <a:endParaRPr lang="en-US" sz="2900" kern="1200"/>
        </a:p>
      </dsp:txBody>
      <dsp:txXfrm>
        <a:off x="70601" y="3163254"/>
        <a:ext cx="4730836" cy="130506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66BEE3-417B-4CF8-A7A0-0D43FE945982}">
      <dsp:nvSpPr>
        <dsp:cNvPr id="0" name=""/>
        <dsp:cNvSpPr/>
      </dsp:nvSpPr>
      <dsp:spPr>
        <a:xfrm>
          <a:off x="0" y="558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161101-984F-4912-83EB-AC19DD37A578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2B714C-7E2E-4E60-B992-490DD81BADB9}">
      <dsp:nvSpPr>
        <dsp:cNvPr id="0" name=""/>
        <dsp:cNvSpPr/>
      </dsp:nvSpPr>
      <dsp:spPr>
        <a:xfrm>
          <a:off x="1508391" y="558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• Brukere må ha kontroll over egne data</a:t>
          </a:r>
          <a:endParaRPr lang="en-US" sz="2500" kern="1200"/>
        </a:p>
      </dsp:txBody>
      <dsp:txXfrm>
        <a:off x="1508391" y="558"/>
        <a:ext cx="3363646" cy="1305966"/>
      </dsp:txXfrm>
    </dsp:sp>
    <dsp:sp modelId="{ED6DCC83-3049-495D-855A-4286BA374A1E}">
      <dsp:nvSpPr>
        <dsp:cNvPr id="0" name=""/>
        <dsp:cNvSpPr/>
      </dsp:nvSpPr>
      <dsp:spPr>
        <a:xfrm>
          <a:off x="0" y="1633016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9572F2-2B46-43F4-8477-8AEF01C07186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75D135-1FF0-461F-8215-AA9DB9615D76}">
      <dsp:nvSpPr>
        <dsp:cNvPr id="0" name=""/>
        <dsp:cNvSpPr/>
      </dsp:nvSpPr>
      <dsp:spPr>
        <a:xfrm>
          <a:off x="1508391" y="1633016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• Databehandlere må sikre informasjon riktig</a:t>
          </a:r>
          <a:endParaRPr lang="en-US" sz="2500" kern="1200"/>
        </a:p>
      </dsp:txBody>
      <dsp:txXfrm>
        <a:off x="1508391" y="1633016"/>
        <a:ext cx="3363646" cy="1305966"/>
      </dsp:txXfrm>
    </dsp:sp>
    <dsp:sp modelId="{91FF341E-D0B3-4E79-A375-77EA1650C471}">
      <dsp:nvSpPr>
        <dsp:cNvPr id="0" name=""/>
        <dsp:cNvSpPr/>
      </dsp:nvSpPr>
      <dsp:spPr>
        <a:xfrm>
          <a:off x="0" y="3265475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0782E-80DA-438D-910B-5065532D7ACC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46C2E-879D-478D-8A66-15E2E4824075}">
      <dsp:nvSpPr>
        <dsp:cNvPr id="0" name=""/>
        <dsp:cNvSpPr/>
      </dsp:nvSpPr>
      <dsp:spPr>
        <a:xfrm>
          <a:off x="1508391" y="3265475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• Unngå at AI brukes til sporing uten samtykke</a:t>
          </a:r>
          <a:endParaRPr lang="en-US" sz="2500" kern="1200"/>
        </a:p>
      </dsp:txBody>
      <dsp:txXfrm>
        <a:off x="1508391" y="3265475"/>
        <a:ext cx="3363646" cy="1305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37935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31591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7845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56883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7192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1087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1144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1356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9773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e med bilde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44264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83848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tat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8943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25879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10758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for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71159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1052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6115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4C55E-7200-4E55-A4A3-A159A6E5170B}" type="datetimeFigureOut">
              <a:rPr lang="nb-NO" smtClean="0"/>
              <a:t>30.06.2025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712E3-60B1-451B-9FF3-4C6776D669C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96133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08171" y="1240971"/>
            <a:ext cx="4694464" cy="4561115"/>
          </a:xfrm>
        </p:spPr>
        <p:txBody>
          <a:bodyPr anchor="ctr">
            <a:normAutofit/>
          </a:bodyPr>
          <a:lstStyle/>
          <a:p>
            <a:r>
              <a:rPr lang="nb-NO"/>
              <a:t>Modul 1 – Hva kan AI gjøre for deg på jobb?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5693" y="1240972"/>
            <a:ext cx="2686050" cy="4561115"/>
          </a:xfrm>
        </p:spPr>
        <p:txBody>
          <a:bodyPr anchor="ctr">
            <a:normAutofit/>
          </a:bodyPr>
          <a:lstStyle/>
          <a:p>
            <a:pPr algn="r"/>
            <a:r>
              <a:rPr lang="nb-NO"/>
              <a:t>Kurs: AI i arbeidslivet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5700" y="764373"/>
            <a:ext cx="6457950" cy="1293028"/>
          </a:xfrm>
        </p:spPr>
        <p:txBody>
          <a:bodyPr>
            <a:normAutofit/>
          </a:bodyPr>
          <a:lstStyle/>
          <a:p>
            <a:r>
              <a:rPr lang="nb-NO">
                <a:solidFill>
                  <a:schemeClr val="bg1"/>
                </a:solidFill>
              </a:rPr>
              <a:t>Dette lærer du i denne modulen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CDF46C-A9EF-3640-0AB7-0D3D105CF1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38350" y="2878138"/>
          <a:ext cx="8115300" cy="3340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8350" y="1066164"/>
            <a:ext cx="2480058" cy="5148371"/>
          </a:xfrm>
        </p:spPr>
        <p:txBody>
          <a:bodyPr>
            <a:normAutofit/>
          </a:bodyPr>
          <a:lstStyle/>
          <a:p>
            <a:r>
              <a:rPr lang="nb-NO" sz="3100">
                <a:solidFill>
                  <a:schemeClr val="bg1"/>
                </a:solidFill>
              </a:rPr>
              <a:t>Hva er kunstig intelligens (AI)?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C710D7-632C-F60F-555C-B5C5BC9576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83605" y="746126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8350" y="1066164"/>
            <a:ext cx="2480058" cy="5148371"/>
          </a:xfrm>
        </p:spPr>
        <p:txBody>
          <a:bodyPr>
            <a:normAutofit/>
          </a:bodyPr>
          <a:lstStyle/>
          <a:p>
            <a:r>
              <a:rPr lang="nb-NO">
                <a:solidFill>
                  <a:schemeClr val="bg1"/>
                </a:solidFill>
              </a:rPr>
              <a:t>Hva kan AI hjelpe deg med på jobben?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5D6B2E-AC69-F0BD-8301-956A0930C7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83605" y="746126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💼 Eksempel: Bruk AI til å skrive en e-post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pPr>
              <a:defRPr sz="1600"/>
            </a:pPr>
            <a:r>
              <a:t>🟡 Prompt skrevet i ChatGPT:</a:t>
            </a:r>
            <a:br/>
            <a:r>
              <a:t>Skriv en høflig påminnelse til en kollega om å sende inn rapport innen fredag. Bruk profesjonell tone.</a:t>
            </a:r>
          </a:p>
          <a:p>
            <a:br/>
            <a:r>
              <a:t>🔵 Svar fra AI:</a:t>
            </a:r>
          </a:p>
          <a:p>
            <a:pPr>
              <a:defRPr sz="1600"/>
            </a:pPr>
            <a:r>
              <a:t>Hei [Navn],</a:t>
            </a:r>
            <a:br/>
            <a:br/>
            <a:r>
              <a:t>Ville bare minne deg vennlig på at rapporten med oversikten over Q2-resultatene har frist nå på fredag. Gi gjerne beskjed om du trenger noe fra meg for å få den ferdig i tide.</a:t>
            </a:r>
            <a:br/>
            <a:br/>
            <a:r>
              <a:t>Med vennlig hilsen,</a:t>
            </a:r>
            <a:br/>
            <a:r>
              <a:t>[Ditt navn]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Eksempel: AI hjelper deg brainstorme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🟡 Prompt skrevet i ChatGPT:</a:t>
            </a:r>
            <a:br/>
            <a:r>
              <a:t>Foreslå tre ideer til hvordan vi kan forbedre kundeservice i en nettbutikk.</a:t>
            </a:r>
          </a:p>
          <a:p>
            <a:br/>
            <a:r>
              <a:t>🔵 Svar fra AI:</a:t>
            </a:r>
          </a:p>
          <a:p>
            <a:pPr lvl="1">
              <a:defRPr sz="1600"/>
            </a:pPr>
            <a:r>
              <a:t>1. Implementere en AI-chatbot for raske svar 24/7</a:t>
            </a:r>
          </a:p>
          <a:p>
            <a:pPr lvl="1">
              <a:defRPr sz="1600"/>
            </a:pPr>
            <a:r>
              <a:t>2. Lage en enkel returguide i PDF med video</a:t>
            </a:r>
          </a:p>
          <a:p>
            <a:pPr lvl="1">
              <a:defRPr sz="1600"/>
            </a:pPr>
            <a:r>
              <a:t>3. Tilby automatisk ordresporing via SMS og e-post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5700" y="764373"/>
            <a:ext cx="6457950" cy="1293028"/>
          </a:xfrm>
        </p:spPr>
        <p:txBody>
          <a:bodyPr>
            <a:normAutofit/>
          </a:bodyPr>
          <a:lstStyle/>
          <a:p>
            <a:r>
              <a:t>Fordeler med å bruke AI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59976D-7532-B159-2076-1B6C7C93C53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38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1880" y="764373"/>
            <a:ext cx="5575552" cy="1474330"/>
          </a:xfrm>
        </p:spPr>
        <p:txBody>
          <a:bodyPr>
            <a:normAutofit/>
          </a:bodyPr>
          <a:lstStyle/>
          <a:p>
            <a:r>
              <a:rPr lang="nb-NO" sz="3700"/>
              <a:t>Når bør du – og bør du ikke – bruke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880" y="2628901"/>
            <a:ext cx="5590558" cy="3589785"/>
          </a:xfrm>
        </p:spPr>
        <p:txBody>
          <a:bodyPr>
            <a:normAutofit/>
          </a:bodyPr>
          <a:lstStyle/>
          <a:p>
            <a:endParaRPr lang="nb-NO" sz="1700"/>
          </a:p>
          <a:p>
            <a:r>
              <a:rPr lang="nb-NO" sz="1700"/>
              <a:t>✅ Bruk AI til utkast, inspirasjon og strukturering</a:t>
            </a:r>
          </a:p>
          <a:p>
            <a:r>
              <a:rPr lang="nb-NO" sz="1700"/>
              <a:t>❌ Ikke bruk AI til sensitive data eller konfidensiell info</a:t>
            </a:r>
          </a:p>
          <a:p>
            <a:r>
              <a:rPr lang="nb-NO" sz="1700"/>
              <a:t>Vær bevisst på kvalitet og faktasjekk resultatene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3441" y="987287"/>
            <a:ext cx="2661202" cy="4697896"/>
          </a:xfrm>
        </p:spPr>
        <p:txBody>
          <a:bodyPr>
            <a:normAutofit/>
          </a:bodyPr>
          <a:lstStyle/>
          <a:p>
            <a:r>
              <a:rPr lang="nb-NO" sz="3100" dirty="0"/>
              <a:t>Her er en oversikt over hva du får i dette kurset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7368" y="987288"/>
            <a:ext cx="4316962" cy="4697895"/>
          </a:xfrm>
        </p:spPr>
        <p:txBody>
          <a:bodyPr anchor="ctr">
            <a:normAutofit/>
          </a:bodyPr>
          <a:lstStyle/>
          <a:p>
            <a:endParaRPr lang="nb-NO" sz="1600"/>
          </a:p>
          <a:p>
            <a:r>
              <a:rPr lang="nb-NO" sz="1600"/>
              <a:t>Modul 2 – Skriv bedre med AI</a:t>
            </a:r>
          </a:p>
          <a:p>
            <a:r>
              <a:rPr lang="nb-NO" sz="1600"/>
              <a:t>Modul 3 – Planlegg smartere</a:t>
            </a:r>
          </a:p>
          <a:p>
            <a:r>
              <a:rPr lang="nb-NO" sz="1600"/>
              <a:t>Modul 4 – Lag visuelt innhold</a:t>
            </a:r>
          </a:p>
          <a:p>
            <a:r>
              <a:rPr lang="nb-NO" sz="1600"/>
              <a:t>Modul 5 – Automatiser rutineoppgaver</a:t>
            </a:r>
          </a:p>
          <a:p>
            <a:r>
              <a:rPr lang="nb-NO" sz="1600"/>
              <a:t>Modul 6 – Etisk og trygg bruk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3797" y="1864866"/>
            <a:ext cx="6098663" cy="22627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5000"/>
              <a:t>Modul 2 – AI for skriving og kommunikasjon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3797" y="4127645"/>
            <a:ext cx="6098663" cy="1126283"/>
          </a:xfrm>
        </p:spPr>
        <p:txBody>
          <a:bodyPr>
            <a:normAutofit/>
          </a:bodyPr>
          <a:lstStyle/>
          <a:p>
            <a:r>
              <a:rPr lang="nb-NO"/>
              <a:t>Kurs: AI i arbeidslivet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8462" y="1927274"/>
            <a:ext cx="2550997" cy="42031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1800" b="1" dirty="0">
                <a:solidFill>
                  <a:schemeClr val="bg1"/>
                </a:solidFill>
              </a:rPr>
              <a:t>Hva kan AI gjøre for skriving og kommunikasjon?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F275DE-1761-249B-99CA-44D9FD04EF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58859" y="641552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6543" y="624110"/>
            <a:ext cx="7037556" cy="1280890"/>
          </a:xfrm>
        </p:spPr>
        <p:txBody>
          <a:bodyPr>
            <a:normAutofit/>
          </a:bodyPr>
          <a:lstStyle/>
          <a:p>
            <a:r>
              <a:rPr lang="nn-NO">
                <a:solidFill>
                  <a:schemeClr val="bg1"/>
                </a:solidFill>
              </a:rPr>
              <a:t>Eksempler på AI-bruk i tekst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DBD47B-B346-54BF-2D56-0A60E1CE00B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44760" y="2930805"/>
          <a:ext cx="7699339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363" y="1580637"/>
            <a:ext cx="2762013" cy="3696726"/>
          </a:xfrm>
        </p:spPr>
        <p:txBody>
          <a:bodyPr>
            <a:normAutofit/>
          </a:bodyPr>
          <a:lstStyle/>
          <a:p>
            <a:r>
              <a:rPr lang="nb-NO" sz="3200" b="1" dirty="0">
                <a:solidFill>
                  <a:schemeClr val="bg1"/>
                </a:solidFill>
              </a:rPr>
              <a:t>Verktøy du kan bruke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934" y="603790"/>
            <a:ext cx="5098525" cy="5321500"/>
          </a:xfrm>
        </p:spPr>
        <p:txBody>
          <a:bodyPr anchor="ctr">
            <a:normAutofit/>
          </a:bodyPr>
          <a:lstStyle/>
          <a:p>
            <a:r>
              <a:t>• ChatGPT – fleksibelt og kraftig</a:t>
            </a:r>
          </a:p>
          <a:p>
            <a:r>
              <a:t>• Microsoft Copilot i Word og Outlook</a:t>
            </a:r>
          </a:p>
          <a:p>
            <a:r>
              <a:t>• Grammarly, Notion AI og andre assistenter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4394" y="829994"/>
            <a:ext cx="2993534" cy="4934626"/>
          </a:xfrm>
        </p:spPr>
        <p:txBody>
          <a:bodyPr anchor="ctr">
            <a:normAutofit/>
          </a:bodyPr>
          <a:lstStyle/>
          <a:p>
            <a:pPr algn="r"/>
            <a:r>
              <a:rPr lang="nb-NO" sz="2800" dirty="0"/>
              <a:t>Gode tips for AI-tekstskriving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8131" y="1093380"/>
            <a:ext cx="4664328" cy="4679250"/>
          </a:xfrm>
        </p:spPr>
        <p:txBody>
          <a:bodyPr anchor="ctr">
            <a:normAutofit/>
          </a:bodyPr>
          <a:lstStyle/>
          <a:p>
            <a:r>
              <a:t>• Vær tydelig på kontekst og formål</a:t>
            </a:r>
          </a:p>
          <a:p>
            <a:r>
              <a:t>• Bruk eksempler eller tone du ønsker</a:t>
            </a:r>
          </a:p>
          <a:p>
            <a:r>
              <a:t>• Sjekk og rediger før du sender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671" y="984739"/>
            <a:ext cx="3113705" cy="4408785"/>
          </a:xfrm>
        </p:spPr>
        <p:txBody>
          <a:bodyPr>
            <a:normAutofit/>
          </a:bodyPr>
          <a:lstStyle/>
          <a:p>
            <a:r>
              <a:rPr lang="nb-NO" b="1" dirty="0">
                <a:solidFill>
                  <a:schemeClr val="bg1"/>
                </a:solidFill>
              </a:rPr>
              <a:t>Minioppgave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17E370-B3B1-2A4C-7CA2-74B0DE28B6E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58859" y="641552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✉️ Eksempel: AI skriver en e-post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🟡 Prompt skrevet i ChatGPT:</a:t>
            </a:r>
            <a:br/>
            <a:r>
              <a:t>Skriv en hyggelig introduksjonsmail til en ny kollega.</a:t>
            </a:r>
          </a:p>
          <a:p>
            <a:br/>
            <a:r>
              <a:t>🔵 Svar fra AI:</a:t>
            </a:r>
          </a:p>
          <a:p>
            <a:pPr>
              <a:defRPr sz="1600"/>
            </a:pPr>
            <a:r>
              <a:t>Hei og velkommen til teamet, [Navn]!</a:t>
            </a:r>
            <a:br/>
            <a:br/>
            <a:r>
              <a:t>Gleder meg til å bli kjent med deg. Bare si fra om det er noe jeg kan hjelpe med de første ukene.</a:t>
            </a:r>
            <a:br/>
            <a:br/>
            <a:r>
              <a:t>Hilsen [Ditt navn]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📝 Eksempel: AI forbedrer tone og stil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defRPr sz="1600"/>
            </a:pPr>
            <a:r>
              <a:t>🟡 Prompt skrevet i ChatGPT:</a:t>
            </a:r>
            <a:br/>
            <a:r>
              <a:t>Gjør denne setningen mer profesjonell: 'Hei, har du gjort den greia enda?'</a:t>
            </a:r>
          </a:p>
          <a:p>
            <a:br/>
            <a:r>
              <a:t>🔵 Svar fra AI:</a:t>
            </a:r>
          </a:p>
          <a:p>
            <a:pPr>
              <a:defRPr sz="1600"/>
            </a:pPr>
            <a:r>
              <a:t>Hei,</a:t>
            </a:r>
            <a:br/>
            <a:br/>
            <a:r>
              <a:t>Ville bare høre om du har hatt mulighet til å se på det vi snakket om. Gi meg gjerne en oppdatering når du har tid.</a:t>
            </a:r>
            <a:br/>
            <a:br/>
            <a:r>
              <a:t>Mvh,</a:t>
            </a:r>
            <a:br/>
            <a:r>
              <a:t>[Ditt navn]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14722" y="1266959"/>
            <a:ext cx="5106271" cy="452845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6100"/>
              <a:t>Modul 3 – AI for planlegging og produktivitet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0217" y="1266959"/>
            <a:ext cx="2178093" cy="4528457"/>
          </a:xfrm>
        </p:spPr>
        <p:txBody>
          <a:bodyPr anchor="ctr">
            <a:normAutofit/>
          </a:bodyPr>
          <a:lstStyle/>
          <a:p>
            <a:pPr algn="r"/>
            <a:r>
              <a:rPr lang="nb-NO">
                <a:solidFill>
                  <a:schemeClr val="tx2"/>
                </a:solidFill>
              </a:rPr>
              <a:t>Kurs: AI i arbeidslivet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6892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nb-NO" sz="2800">
                <a:solidFill>
                  <a:srgbClr val="F2F2F2"/>
                </a:solidFill>
              </a:rPr>
              <a:t>Hvordan AI kan hjelpe deg å planlegge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CF6338-4065-A001-748B-64A4CE697E6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10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0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nb-NO" sz="2900">
                <a:solidFill>
                  <a:srgbClr val="F2F2F2"/>
                </a:solidFill>
              </a:rPr>
              <a:t>Verktøy for planlegging og produktivitet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7C64C91B-7A14-3829-B95A-AB2408B2FC2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30478" y="965201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0697" y="629267"/>
            <a:ext cx="6939116" cy="1016654"/>
          </a:xfrm>
        </p:spPr>
        <p:txBody>
          <a:bodyPr>
            <a:normAutofit fontScale="90000"/>
          </a:bodyPr>
          <a:lstStyle/>
          <a:p>
            <a:r>
              <a:rPr lang="nb-NO" sz="3900">
                <a:solidFill>
                  <a:srgbClr val="EBEBEB"/>
                </a:solidFill>
              </a:rPr>
              <a:t>AI som planleggingspartner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3DC943-D36A-502B-6E07-1A7BB7C285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10697" y="2810257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583" y="452718"/>
            <a:ext cx="7053542" cy="1400530"/>
          </a:xfrm>
        </p:spPr>
        <p:txBody>
          <a:bodyPr>
            <a:normAutofit/>
          </a:bodyPr>
          <a:lstStyle/>
          <a:p>
            <a:r>
              <a:rPr lang="nb-NO"/>
              <a:t>Eksempel på planleggingsprompt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3990C7-530E-0039-E126-8A81834B70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08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0697" y="629267"/>
            <a:ext cx="6939116" cy="1016654"/>
          </a:xfrm>
        </p:spPr>
        <p:txBody>
          <a:bodyPr>
            <a:normAutofit/>
          </a:bodyPr>
          <a:lstStyle/>
          <a:p>
            <a:r>
              <a:rPr lang="nb-NO">
                <a:solidFill>
                  <a:srgbClr val="EBEBEB"/>
                </a:solidFill>
              </a:rPr>
              <a:t>Minioppgave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1A1CBC-25AD-C469-82A9-7700C161DA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10697" y="2810257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3858" y="1645921"/>
            <a:ext cx="2642159" cy="4470821"/>
          </a:xfrm>
        </p:spPr>
        <p:txBody>
          <a:bodyPr>
            <a:normAutofit/>
          </a:bodyPr>
          <a:lstStyle/>
          <a:p>
            <a:pPr algn="r"/>
            <a:r>
              <a:rPr lang="nb-NO" sz="3900">
                <a:solidFill>
                  <a:schemeClr val="bg2"/>
                </a:solidFill>
              </a:rPr>
              <a:t>📅 Eksempel: Lag ukeplan med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7081" y="1645921"/>
            <a:ext cx="4702076" cy="4470821"/>
          </a:xfrm>
        </p:spPr>
        <p:txBody>
          <a:bodyPr>
            <a:normAutofit/>
          </a:bodyPr>
          <a:lstStyle/>
          <a:p>
            <a:pPr>
              <a:defRPr sz="1600"/>
            </a:pPr>
            <a:r>
              <a:t>🟡 Prompt skrevet i ChatGPT:</a:t>
            </a:r>
            <a:br/>
            <a:r>
              <a:t>Lag en ukeplan for en innholdsskaper med fokus på video og sosiale medier.</a:t>
            </a:r>
          </a:p>
          <a:p>
            <a:br/>
            <a:r>
              <a:t>🔵 Svar fra AI:</a:t>
            </a:r>
          </a:p>
          <a:p>
            <a:pPr lvl="1">
              <a:defRPr sz="1600"/>
            </a:pPr>
            <a:r>
              <a:t>1. Mandag: Planlegg ukeinnhold og skriv manus</a:t>
            </a:r>
          </a:p>
          <a:p>
            <a:pPr lvl="1">
              <a:defRPr sz="1600"/>
            </a:pPr>
            <a:r>
              <a:t>2. Tirsdag: Spill inn og rediger videoer</a:t>
            </a:r>
          </a:p>
          <a:p>
            <a:pPr lvl="1">
              <a:defRPr sz="1600"/>
            </a:pPr>
            <a:r>
              <a:t>3. Onsdag: Publiser og svar på kommentarer</a:t>
            </a:r>
          </a:p>
          <a:p>
            <a:pPr lvl="1">
              <a:defRPr sz="1600"/>
            </a:pPr>
            <a:r>
              <a:t>4. Torsdag: Analyse og forbedring</a:t>
            </a:r>
          </a:p>
          <a:p>
            <a:pPr lvl="1">
              <a:defRPr sz="1600"/>
            </a:pPr>
            <a:r>
              <a:t>5. Fredag: Fri eller brainstorming for neste uke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354" y="877066"/>
            <a:ext cx="4702076" cy="5103868"/>
          </a:xfrm>
        </p:spPr>
        <p:txBody>
          <a:bodyPr>
            <a:normAutofit/>
          </a:bodyPr>
          <a:lstStyle/>
          <a:p>
            <a:pPr algn="r"/>
            <a:r>
              <a:rPr lang="nb-NO" sz="3200" b="1" dirty="0">
                <a:solidFill>
                  <a:schemeClr val="bg2"/>
                </a:solidFill>
              </a:rPr>
              <a:t>🧮 Eksempel: Prioriteringsforslag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9114" y="877067"/>
            <a:ext cx="4910043" cy="5239676"/>
          </a:xfrm>
        </p:spPr>
        <p:txBody>
          <a:bodyPr>
            <a:normAutofit/>
          </a:bodyPr>
          <a:lstStyle/>
          <a:p>
            <a:pPr marL="0" indent="0">
              <a:buNone/>
              <a:defRPr sz="1600"/>
            </a:pPr>
            <a:r>
              <a:rPr sz="2000" dirty="0"/>
              <a:t>🟡 Prompt </a:t>
            </a:r>
            <a:r>
              <a:rPr sz="2000" dirty="0" err="1"/>
              <a:t>skrevet</a:t>
            </a:r>
            <a:r>
              <a:rPr sz="2000" dirty="0"/>
              <a:t> </a:t>
            </a:r>
            <a:r>
              <a:rPr sz="2000" dirty="0" err="1"/>
              <a:t>i</a:t>
            </a:r>
            <a:r>
              <a:rPr sz="2000" dirty="0"/>
              <a:t> ChatGPT:</a:t>
            </a:r>
            <a:endParaRPr lang="nb-NO" sz="2000" dirty="0"/>
          </a:p>
          <a:p>
            <a:pPr>
              <a:defRPr sz="1600"/>
            </a:pPr>
            <a:r>
              <a:rPr sz="2000" dirty="0" err="1"/>
              <a:t>Hvordan</a:t>
            </a:r>
            <a:r>
              <a:rPr sz="2000" dirty="0"/>
              <a:t> </a:t>
            </a:r>
            <a:r>
              <a:rPr sz="2000" dirty="0" err="1"/>
              <a:t>bør</a:t>
            </a:r>
            <a:r>
              <a:rPr sz="2000" dirty="0"/>
              <a:t> </a:t>
            </a:r>
            <a:r>
              <a:rPr sz="2000" dirty="0" err="1"/>
              <a:t>jeg</a:t>
            </a:r>
            <a:r>
              <a:rPr sz="2000" dirty="0"/>
              <a:t> </a:t>
            </a:r>
            <a:r>
              <a:rPr sz="2000" dirty="0" err="1"/>
              <a:t>prioritere</a:t>
            </a:r>
            <a:r>
              <a:rPr sz="2000" dirty="0"/>
              <a:t> 10 </a:t>
            </a:r>
            <a:r>
              <a:rPr sz="2000" dirty="0" err="1"/>
              <a:t>oppgaver</a:t>
            </a:r>
            <a:r>
              <a:rPr sz="2000" dirty="0"/>
              <a:t> med 3 </a:t>
            </a:r>
            <a:r>
              <a:rPr sz="2000" dirty="0" err="1"/>
              <a:t>dager</a:t>
            </a:r>
            <a:r>
              <a:rPr sz="2000" dirty="0"/>
              <a:t> </a:t>
            </a:r>
            <a:r>
              <a:rPr sz="2000" dirty="0" err="1"/>
              <a:t>til</a:t>
            </a:r>
            <a:r>
              <a:rPr sz="2000" dirty="0"/>
              <a:t> </a:t>
            </a:r>
            <a:r>
              <a:rPr sz="2000" dirty="0" err="1"/>
              <a:t>frist</a:t>
            </a:r>
            <a:r>
              <a:rPr sz="2000" dirty="0"/>
              <a:t>?</a:t>
            </a:r>
          </a:p>
          <a:p>
            <a:pPr marL="0" indent="0">
              <a:buNone/>
            </a:pPr>
            <a:br>
              <a:rPr sz="2800" dirty="0"/>
            </a:br>
            <a:r>
              <a:rPr sz="2800" dirty="0"/>
              <a:t>🔵 Svar </a:t>
            </a:r>
            <a:r>
              <a:rPr sz="2800" dirty="0" err="1"/>
              <a:t>fra</a:t>
            </a:r>
            <a:r>
              <a:rPr sz="2800" dirty="0"/>
              <a:t> AI:</a:t>
            </a:r>
          </a:p>
          <a:p>
            <a:pPr lvl="1">
              <a:defRPr sz="1600"/>
            </a:pPr>
            <a:r>
              <a:rPr sz="1800" dirty="0"/>
              <a:t>1. Del </a:t>
            </a:r>
            <a:r>
              <a:rPr sz="1800" dirty="0" err="1"/>
              <a:t>oppgaver</a:t>
            </a:r>
            <a:r>
              <a:rPr sz="1800" dirty="0"/>
              <a:t> </a:t>
            </a:r>
            <a:r>
              <a:rPr sz="1800" dirty="0" err="1"/>
              <a:t>i</a:t>
            </a:r>
            <a:r>
              <a:rPr sz="1800" dirty="0"/>
              <a:t> '</a:t>
            </a:r>
            <a:r>
              <a:rPr sz="1800" dirty="0" err="1"/>
              <a:t>må</a:t>
            </a:r>
            <a:r>
              <a:rPr sz="1800" dirty="0"/>
              <a:t> </a:t>
            </a:r>
            <a:r>
              <a:rPr sz="1800" dirty="0" err="1"/>
              <a:t>gjøres</a:t>
            </a:r>
            <a:r>
              <a:rPr sz="1800" dirty="0"/>
              <a:t>' </a:t>
            </a:r>
            <a:r>
              <a:rPr sz="1800" dirty="0" err="1"/>
              <a:t>og</a:t>
            </a:r>
            <a:r>
              <a:rPr sz="1800" dirty="0"/>
              <a:t> '</a:t>
            </a:r>
            <a:r>
              <a:rPr sz="1800" dirty="0" err="1"/>
              <a:t>kan</a:t>
            </a:r>
            <a:r>
              <a:rPr sz="1800" dirty="0"/>
              <a:t> vente'</a:t>
            </a:r>
          </a:p>
          <a:p>
            <a:pPr lvl="1">
              <a:defRPr sz="1600"/>
            </a:pPr>
            <a:r>
              <a:rPr sz="1800" dirty="0"/>
              <a:t>2. </a:t>
            </a:r>
            <a:r>
              <a:rPr sz="1800" dirty="0" err="1"/>
              <a:t>Estimer</a:t>
            </a:r>
            <a:r>
              <a:rPr sz="1800" dirty="0"/>
              <a:t> </a:t>
            </a:r>
            <a:r>
              <a:rPr sz="1800" dirty="0" err="1"/>
              <a:t>tid</a:t>
            </a:r>
            <a:r>
              <a:rPr sz="1800" dirty="0"/>
              <a:t> per </a:t>
            </a:r>
            <a:r>
              <a:rPr sz="1800" dirty="0" err="1"/>
              <a:t>oppgave</a:t>
            </a:r>
            <a:endParaRPr sz="1800" dirty="0"/>
          </a:p>
          <a:p>
            <a:pPr lvl="1">
              <a:defRPr sz="1600"/>
            </a:pPr>
            <a:r>
              <a:rPr sz="1800" dirty="0"/>
              <a:t>3. Sett de </a:t>
            </a:r>
            <a:r>
              <a:rPr sz="1800" dirty="0" err="1"/>
              <a:t>største</a:t>
            </a:r>
            <a:r>
              <a:rPr sz="1800" dirty="0"/>
              <a:t> </a:t>
            </a:r>
            <a:r>
              <a:rPr sz="1800" dirty="0" err="1"/>
              <a:t>først</a:t>
            </a:r>
            <a:r>
              <a:rPr sz="1800" dirty="0"/>
              <a:t> </a:t>
            </a:r>
            <a:r>
              <a:rPr sz="1800" dirty="0" err="1"/>
              <a:t>hver</a:t>
            </a:r>
            <a:r>
              <a:rPr sz="1800" dirty="0"/>
              <a:t> </a:t>
            </a:r>
            <a:r>
              <a:rPr sz="1800" dirty="0" err="1"/>
              <a:t>dag</a:t>
            </a:r>
            <a:endParaRPr sz="1800" dirty="0"/>
          </a:p>
          <a:p>
            <a:pPr lvl="1">
              <a:defRPr sz="1600"/>
            </a:pPr>
            <a:r>
              <a:rPr sz="1800" dirty="0"/>
              <a:t>4. Bruk AI </a:t>
            </a:r>
            <a:r>
              <a:rPr sz="1800" dirty="0" err="1"/>
              <a:t>til</a:t>
            </a:r>
            <a:r>
              <a:rPr sz="1800" dirty="0"/>
              <a:t> </a:t>
            </a:r>
            <a:r>
              <a:rPr sz="1800" dirty="0" err="1"/>
              <a:t>utkast</a:t>
            </a:r>
            <a:r>
              <a:rPr sz="1800" dirty="0"/>
              <a:t> </a:t>
            </a:r>
            <a:r>
              <a:rPr sz="1800" dirty="0" err="1"/>
              <a:t>og</a:t>
            </a:r>
            <a:r>
              <a:rPr sz="1800" dirty="0"/>
              <a:t> </a:t>
            </a:r>
            <a:r>
              <a:rPr sz="1800" dirty="0" err="1"/>
              <a:t>støtte</a:t>
            </a:r>
            <a:r>
              <a:rPr sz="1800" dirty="0"/>
              <a:t> for å spare </a:t>
            </a:r>
            <a:r>
              <a:rPr sz="1800" dirty="0" err="1"/>
              <a:t>tid</a:t>
            </a:r>
            <a:endParaRPr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82856" y="2906706"/>
            <a:ext cx="5250742" cy="3515034"/>
          </a:xfrm>
        </p:spPr>
        <p:txBody>
          <a:bodyPr>
            <a:normAutofit/>
          </a:bodyPr>
          <a:lstStyle/>
          <a:p>
            <a:r>
              <a:rPr lang="nb-NO" sz="5800"/>
              <a:t>Modul 4 – AI for visuelt og kreativt innhold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3206" y="808056"/>
            <a:ext cx="5130393" cy="2098652"/>
          </a:xfrm>
        </p:spPr>
        <p:txBody>
          <a:bodyPr anchor="t">
            <a:normAutofit/>
          </a:bodyPr>
          <a:lstStyle/>
          <a:p>
            <a:r>
              <a:rPr lang="nb-NO" sz="2800"/>
              <a:t>Kurs: AI i arbeidslivet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6893" y="1064366"/>
            <a:ext cx="2142436" cy="3313671"/>
          </a:xfrm>
        </p:spPr>
        <p:txBody>
          <a:bodyPr>
            <a:normAutofit/>
          </a:bodyPr>
          <a:lstStyle/>
          <a:p>
            <a:pPr algn="l"/>
            <a:r>
              <a:rPr lang="nn-NO">
                <a:solidFill>
                  <a:schemeClr val="bg1"/>
                </a:solidFill>
              </a:rPr>
              <a:t>Lag visuelt innhold med AI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48CD20-C101-0777-384E-631B368B26A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54387" y="897535"/>
          <a:ext cx="4417265" cy="5319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5676" y="808057"/>
            <a:ext cx="6285929" cy="1077229"/>
          </a:xfrm>
        </p:spPr>
        <p:txBody>
          <a:bodyPr>
            <a:normAutofit fontScale="90000"/>
          </a:bodyPr>
          <a:lstStyle/>
          <a:p>
            <a:pPr algn="l"/>
            <a:r>
              <a:rPr lang="nb-NO" sz="3900"/>
              <a:t>Verktøy for visuelt innhold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6479" y="2052116"/>
            <a:ext cx="4929610" cy="3997828"/>
          </a:xfrm>
        </p:spPr>
        <p:txBody>
          <a:bodyPr anchor="t">
            <a:normAutofit/>
          </a:bodyPr>
          <a:lstStyle/>
          <a:p>
            <a:r>
              <a:rPr lang="nb-NO" sz="1600"/>
              <a:t>• Canva AI – Magic Write og Text to Image</a:t>
            </a:r>
          </a:p>
          <a:p>
            <a:r>
              <a:rPr lang="nb-NO" sz="1600"/>
              <a:t>• DALL·E – generer bilder basert på tekst</a:t>
            </a:r>
          </a:p>
          <a:p>
            <a:r>
              <a:rPr lang="nb-NO" sz="1600"/>
              <a:t>• Bing Image Creator, Midjourney, Leonardo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482" y="326018"/>
            <a:ext cx="5782605" cy="1077229"/>
          </a:xfrm>
        </p:spPr>
        <p:txBody>
          <a:bodyPr anchor="b">
            <a:normAutofit/>
          </a:bodyPr>
          <a:lstStyle/>
          <a:p>
            <a:r>
              <a:rPr lang="nb-NO" sz="3500"/>
              <a:t>Bruke AI i Canva og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482" y="1591734"/>
            <a:ext cx="5782605" cy="4684887"/>
          </a:xfrm>
        </p:spPr>
        <p:txBody>
          <a:bodyPr anchor="ctr">
            <a:normAutofit/>
          </a:bodyPr>
          <a:lstStyle/>
          <a:p>
            <a:r>
              <a:t>• Få tekstforslag, layout og designhjelp</a:t>
            </a:r>
          </a:p>
          <a:p>
            <a:r>
              <a:t>• Generer ikoner og bilder direkte i Canva</a:t>
            </a:r>
          </a:p>
          <a:p>
            <a:r>
              <a:t>• Importer AI-generert innhold til PowerPoint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214" y="468459"/>
            <a:ext cx="2829195" cy="4891624"/>
          </a:xfrm>
        </p:spPr>
        <p:txBody>
          <a:bodyPr>
            <a:normAutofit/>
          </a:bodyPr>
          <a:lstStyle/>
          <a:p>
            <a:r>
              <a:rPr lang="nb-NO" sz="4200" dirty="0"/>
              <a:t>Tips for godt visuelt innhold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9591" y="1790824"/>
            <a:ext cx="5391781" cy="4736586"/>
          </a:xfrm>
        </p:spPr>
        <p:txBody>
          <a:bodyPr anchor="t">
            <a:normAutofit/>
          </a:bodyPr>
          <a:lstStyle/>
          <a:p>
            <a:r>
              <a:rPr lang="nb-NO" sz="2800" b="1" dirty="0"/>
              <a:t>Hold det enkelt og tydelig</a:t>
            </a:r>
          </a:p>
          <a:p>
            <a:r>
              <a:rPr lang="nb-NO" sz="2800" b="1" dirty="0"/>
              <a:t>Bruk ikoner og kontrast</a:t>
            </a:r>
          </a:p>
          <a:p>
            <a:r>
              <a:rPr lang="nb-NO" sz="2800" b="1" dirty="0"/>
              <a:t>Sørg for lesbarhet og balanse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6935" y="1927275"/>
            <a:ext cx="3629081" cy="2654042"/>
          </a:xfrm>
        </p:spPr>
        <p:txBody>
          <a:bodyPr>
            <a:normAutofit/>
          </a:bodyPr>
          <a:lstStyle/>
          <a:p>
            <a:pPr algn="l"/>
            <a:r>
              <a:rPr lang="nb-NO" dirty="0"/>
              <a:t>Minioppgave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5723A4DD-4DD4-E275-DB1E-16E72E2FFF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4199" y="550974"/>
          <a:ext cx="3971833" cy="5727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🖼️ Eksempel: </a:t>
            </a:r>
            <a:r>
              <a:rPr dirty="0" err="1"/>
              <a:t>Generere</a:t>
            </a:r>
            <a:r>
              <a:rPr dirty="0"/>
              <a:t> </a:t>
            </a:r>
            <a:r>
              <a:rPr dirty="0" err="1"/>
              <a:t>bilde</a:t>
            </a:r>
            <a:r>
              <a:rPr dirty="0"/>
              <a:t> med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rPr dirty="0"/>
              <a:t>🟡 Prompt </a:t>
            </a:r>
            <a:r>
              <a:rPr dirty="0" err="1"/>
              <a:t>skrevet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ChatGPT:</a:t>
            </a:r>
            <a:br>
              <a:rPr dirty="0"/>
            </a:br>
            <a:r>
              <a:rPr dirty="0"/>
              <a:t>Lag et </a:t>
            </a:r>
            <a:r>
              <a:rPr dirty="0" err="1"/>
              <a:t>bilde</a:t>
            </a:r>
            <a:r>
              <a:rPr dirty="0"/>
              <a:t> av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norsk</a:t>
            </a:r>
            <a:r>
              <a:rPr dirty="0"/>
              <a:t> fjord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solnedgang</a:t>
            </a:r>
            <a:r>
              <a:rPr dirty="0"/>
              <a:t> med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robåt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måker</a:t>
            </a:r>
            <a:r>
              <a:rPr dirty="0"/>
              <a:t>,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akvarellstil</a:t>
            </a:r>
            <a:r>
              <a:rPr dirty="0"/>
              <a:t>.</a:t>
            </a:r>
          </a:p>
          <a:p>
            <a:pPr marL="0" indent="0">
              <a:buNone/>
            </a:pPr>
            <a:br>
              <a:rPr dirty="0"/>
            </a:br>
            <a:r>
              <a:rPr dirty="0"/>
              <a:t>🔵 Svar </a:t>
            </a:r>
            <a:r>
              <a:rPr dirty="0" err="1"/>
              <a:t>fra</a:t>
            </a:r>
            <a:r>
              <a:rPr dirty="0"/>
              <a:t> AI:</a:t>
            </a:r>
          </a:p>
          <a:p>
            <a:pPr>
              <a:defRPr sz="1600"/>
            </a:pPr>
            <a:r>
              <a:rPr dirty="0" err="1"/>
              <a:t>Bildet</a:t>
            </a:r>
            <a:r>
              <a:rPr dirty="0"/>
              <a:t> </a:t>
            </a:r>
            <a:r>
              <a:rPr dirty="0" err="1"/>
              <a:t>genereres</a:t>
            </a:r>
            <a:r>
              <a:rPr dirty="0"/>
              <a:t> med DALL·E </a:t>
            </a:r>
            <a:r>
              <a:rPr dirty="0" err="1"/>
              <a:t>eller</a:t>
            </a:r>
            <a:r>
              <a:rPr dirty="0"/>
              <a:t> Bing Image Creator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kan</a:t>
            </a:r>
            <a:r>
              <a:rPr dirty="0"/>
              <a:t> </a:t>
            </a:r>
            <a:r>
              <a:rPr dirty="0" err="1"/>
              <a:t>brukes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presentasjoner</a:t>
            </a:r>
            <a:r>
              <a:rPr dirty="0"/>
              <a:t> </a:t>
            </a:r>
            <a:r>
              <a:rPr dirty="0" err="1"/>
              <a:t>eller</a:t>
            </a:r>
            <a:r>
              <a:rPr dirty="0"/>
              <a:t> </a:t>
            </a:r>
            <a:r>
              <a:rPr dirty="0" err="1"/>
              <a:t>sosiale</a:t>
            </a:r>
            <a:r>
              <a:rPr dirty="0"/>
              <a:t> </a:t>
            </a:r>
            <a:r>
              <a:rPr dirty="0" err="1"/>
              <a:t>medier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🧑‍🎨 Eksempel: Bruk AI i Canva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rPr dirty="0"/>
              <a:t>🟡 Prompt </a:t>
            </a:r>
            <a:r>
              <a:rPr dirty="0" err="1"/>
              <a:t>skrevet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ChatGPT:</a:t>
            </a:r>
            <a:br>
              <a:rPr dirty="0"/>
            </a:br>
            <a:r>
              <a:rPr dirty="0"/>
              <a:t>Be Canva Magic Design </a:t>
            </a:r>
            <a:r>
              <a:rPr dirty="0" err="1"/>
              <a:t>lage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presentasjon</a:t>
            </a:r>
            <a:r>
              <a:rPr dirty="0"/>
              <a:t> med </a:t>
            </a:r>
            <a:r>
              <a:rPr dirty="0" err="1"/>
              <a:t>tema</a:t>
            </a:r>
            <a:r>
              <a:rPr dirty="0"/>
              <a:t> 'AI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helsevesenet</a:t>
            </a:r>
            <a:r>
              <a:rPr dirty="0"/>
              <a:t>'.</a:t>
            </a:r>
          </a:p>
          <a:p>
            <a:pPr marL="0" indent="0">
              <a:buNone/>
            </a:pPr>
            <a:br>
              <a:rPr dirty="0"/>
            </a:br>
            <a:r>
              <a:rPr dirty="0"/>
              <a:t>🔵 Svar </a:t>
            </a:r>
            <a:r>
              <a:rPr dirty="0" err="1"/>
              <a:t>fra</a:t>
            </a:r>
            <a:r>
              <a:rPr dirty="0"/>
              <a:t> AI:</a:t>
            </a:r>
          </a:p>
          <a:p>
            <a:pPr>
              <a:defRPr sz="1600"/>
            </a:pPr>
            <a:r>
              <a:rPr dirty="0"/>
              <a:t>Canva </a:t>
            </a:r>
            <a:r>
              <a:rPr dirty="0" err="1"/>
              <a:t>genererer</a:t>
            </a:r>
            <a:r>
              <a:rPr dirty="0"/>
              <a:t> </a:t>
            </a:r>
            <a:r>
              <a:rPr dirty="0" err="1"/>
              <a:t>forslag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slides, layout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fargevalg</a:t>
            </a:r>
            <a:r>
              <a:rPr dirty="0"/>
              <a:t> du </a:t>
            </a:r>
            <a:r>
              <a:rPr dirty="0" err="1"/>
              <a:t>kan</a:t>
            </a:r>
            <a:r>
              <a:rPr dirty="0"/>
              <a:t> </a:t>
            </a:r>
            <a:r>
              <a:rPr dirty="0" err="1"/>
              <a:t>redigere</a:t>
            </a:r>
            <a:r>
              <a:rPr dirty="0"/>
              <a:t> </a:t>
            </a:r>
            <a:r>
              <a:rPr dirty="0" err="1"/>
              <a:t>videre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61554" y="685799"/>
            <a:ext cx="4619455" cy="4495801"/>
          </a:xfrm>
        </p:spPr>
        <p:txBody>
          <a:bodyPr anchor="ctr">
            <a:normAutofit/>
          </a:bodyPr>
          <a:lstStyle/>
          <a:p>
            <a:r>
              <a:rPr lang="nb-NO" sz="4000">
                <a:solidFill>
                  <a:srgbClr val="FFFFFF"/>
                </a:solidFill>
              </a:rPr>
              <a:t>Modul 5 – AI for effektivitet og automatisering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97629" y="685799"/>
            <a:ext cx="1876933" cy="4495801"/>
          </a:xfrm>
        </p:spPr>
        <p:txBody>
          <a:bodyPr anchor="ctr">
            <a:normAutofit/>
          </a:bodyPr>
          <a:lstStyle/>
          <a:p>
            <a:pPr algn="r"/>
            <a:r>
              <a:rPr lang="nb-NO">
                <a:solidFill>
                  <a:srgbClr val="FFFFFF"/>
                </a:solidFill>
              </a:rPr>
              <a:t>Kurs: AI i arbeidslivet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649" y="1304779"/>
            <a:ext cx="4005086" cy="2565400"/>
          </a:xfrm>
        </p:spPr>
        <p:txBody>
          <a:bodyPr>
            <a:normAutofit/>
          </a:bodyPr>
          <a:lstStyle/>
          <a:p>
            <a:r>
              <a:rPr lang="nb-NO" sz="2200" dirty="0">
                <a:solidFill>
                  <a:srgbClr val="FFFFFF"/>
                </a:solidFill>
              </a:rPr>
              <a:t>Hva er AI-basert automatisering?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9" y="1712740"/>
            <a:ext cx="5284763" cy="2929597"/>
          </a:xfrm>
        </p:spPr>
        <p:txBody>
          <a:bodyPr>
            <a:normAutofit/>
          </a:bodyPr>
          <a:lstStyle/>
          <a:p>
            <a:r>
              <a:rPr lang="nb-NO" sz="2000" b="1" dirty="0">
                <a:solidFill>
                  <a:srgbClr val="FFFFFF"/>
                </a:solidFill>
              </a:rPr>
              <a:t>Automatisering betyr å få AI eller verktøy til å gjøre en oppgave for deg</a:t>
            </a:r>
          </a:p>
          <a:p>
            <a:r>
              <a:rPr lang="nb-NO" sz="2000" b="1" dirty="0">
                <a:solidFill>
                  <a:srgbClr val="FFFFFF"/>
                </a:solidFill>
              </a:rPr>
              <a:t> For eksempel: sortere e-post, oppdatere dokumenter, sende svar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275" y="685800"/>
            <a:ext cx="3665063" cy="2743199"/>
          </a:xfrm>
        </p:spPr>
        <p:txBody>
          <a:bodyPr>
            <a:normAutofit/>
          </a:bodyPr>
          <a:lstStyle/>
          <a:p>
            <a:pPr algn="r"/>
            <a:r>
              <a:rPr lang="nb-NO" sz="3100" dirty="0"/>
              <a:t>Verktøy for automatisering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1" y="685800"/>
            <a:ext cx="4666058" cy="3604846"/>
          </a:xfrm>
        </p:spPr>
        <p:txBody>
          <a:bodyPr>
            <a:normAutofit/>
          </a:bodyPr>
          <a:lstStyle/>
          <a:p>
            <a:r>
              <a:rPr lang="nb-NO" dirty="0" err="1">
                <a:solidFill>
                  <a:schemeClr val="tx1"/>
                </a:solidFill>
              </a:rPr>
              <a:t>Zapier</a:t>
            </a:r>
            <a:r>
              <a:rPr lang="nb-NO" dirty="0">
                <a:solidFill>
                  <a:schemeClr val="tx1"/>
                </a:solidFill>
              </a:rPr>
              <a:t> – koble apper sammen</a:t>
            </a:r>
          </a:p>
          <a:p>
            <a:r>
              <a:rPr lang="nb-NO" dirty="0">
                <a:solidFill>
                  <a:schemeClr val="tx1"/>
                </a:solidFill>
              </a:rPr>
              <a:t>Make.com (</a:t>
            </a:r>
            <a:r>
              <a:rPr lang="nb-NO" dirty="0" err="1">
                <a:solidFill>
                  <a:schemeClr val="tx1"/>
                </a:solidFill>
              </a:rPr>
              <a:t>Integromat</a:t>
            </a:r>
            <a:r>
              <a:rPr lang="nb-NO" dirty="0">
                <a:solidFill>
                  <a:schemeClr val="tx1"/>
                </a:solidFill>
              </a:rPr>
              <a:t>) – mer avansert</a:t>
            </a:r>
          </a:p>
          <a:p>
            <a:r>
              <a:rPr lang="nb-NO" dirty="0">
                <a:solidFill>
                  <a:schemeClr val="tx1"/>
                </a:solidFill>
              </a:rPr>
              <a:t>Microsoft Power </a:t>
            </a:r>
            <a:r>
              <a:rPr lang="nb-NO" dirty="0" err="1">
                <a:solidFill>
                  <a:schemeClr val="tx1"/>
                </a:solidFill>
              </a:rPr>
              <a:t>Automate</a:t>
            </a:r>
            <a:endParaRPr lang="nb-NO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8840" y="685800"/>
            <a:ext cx="3195811" cy="2743199"/>
          </a:xfrm>
        </p:spPr>
        <p:txBody>
          <a:bodyPr>
            <a:normAutofit/>
          </a:bodyPr>
          <a:lstStyle/>
          <a:p>
            <a:r>
              <a:rPr lang="nb-NO" sz="2800" dirty="0">
                <a:solidFill>
                  <a:srgbClr val="FFFFFF"/>
                </a:solidFill>
              </a:rPr>
              <a:t>Eksempler på arbeidsflyter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0474" y="1206304"/>
            <a:ext cx="6179061" cy="2222695"/>
          </a:xfrm>
        </p:spPr>
        <p:txBody>
          <a:bodyPr>
            <a:normAutofit/>
          </a:bodyPr>
          <a:lstStyle/>
          <a:p>
            <a:r>
              <a:rPr lang="nn-NO" b="1" dirty="0">
                <a:solidFill>
                  <a:srgbClr val="FFFFFF"/>
                </a:solidFill>
              </a:rPr>
              <a:t> Når du får e-post → legg vedlegg i </a:t>
            </a:r>
            <a:r>
              <a:rPr lang="nn-NO" b="1" dirty="0" err="1">
                <a:solidFill>
                  <a:srgbClr val="FFFFFF"/>
                </a:solidFill>
              </a:rPr>
              <a:t>mappen</a:t>
            </a:r>
            <a:endParaRPr lang="nn-NO" b="1" dirty="0">
              <a:solidFill>
                <a:srgbClr val="FFFFFF"/>
              </a:solidFill>
            </a:endParaRPr>
          </a:p>
          <a:p>
            <a:r>
              <a:rPr lang="nn-NO" b="1" dirty="0">
                <a:solidFill>
                  <a:srgbClr val="FFFFFF"/>
                </a:solidFill>
              </a:rPr>
              <a:t> Skjema utfylt → send e-post + legg til i CRM</a:t>
            </a:r>
          </a:p>
          <a:p>
            <a:r>
              <a:rPr lang="nn-NO" b="1" dirty="0">
                <a:solidFill>
                  <a:srgbClr val="FFFFFF"/>
                </a:solidFill>
              </a:rPr>
              <a:t> AI lager tekst → last opp til nettside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792" y="875714"/>
            <a:ext cx="4511040" cy="3661115"/>
          </a:xfrm>
        </p:spPr>
        <p:txBody>
          <a:bodyPr>
            <a:normAutofit/>
          </a:bodyPr>
          <a:lstStyle/>
          <a:p>
            <a:r>
              <a:rPr lang="nb-NO" sz="4000" b="1" dirty="0"/>
              <a:t>Kom i gang med enkel automatisering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9618" y="981221"/>
            <a:ext cx="5401993" cy="3450102"/>
          </a:xfrm>
        </p:spPr>
        <p:txBody>
          <a:bodyPr>
            <a:normAutofit/>
          </a:bodyPr>
          <a:lstStyle/>
          <a:p>
            <a:r>
              <a:rPr lang="nb-NO" sz="1600" dirty="0">
                <a:solidFill>
                  <a:schemeClr val="tx1"/>
                </a:solidFill>
              </a:rPr>
              <a:t> </a:t>
            </a:r>
            <a:r>
              <a:rPr lang="nb-NO" b="1" dirty="0">
                <a:solidFill>
                  <a:schemeClr val="tx1"/>
                </a:solidFill>
              </a:rPr>
              <a:t>Start med én enkel oppgave du gjør ofte</a:t>
            </a:r>
          </a:p>
          <a:p>
            <a:r>
              <a:rPr lang="nb-NO" b="1" dirty="0">
                <a:solidFill>
                  <a:schemeClr val="tx1"/>
                </a:solidFill>
              </a:rPr>
              <a:t> Finn ut hvilke apper/verktøy som støttes</a:t>
            </a:r>
          </a:p>
          <a:p>
            <a:r>
              <a:rPr lang="nb-NO" b="1" dirty="0">
                <a:solidFill>
                  <a:schemeClr val="tx1"/>
                </a:solidFill>
              </a:rPr>
              <a:t> Bruk ferdige maler eller AI til å hjelpe deg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4607" y="404447"/>
            <a:ext cx="3511227" cy="1621301"/>
          </a:xfrm>
        </p:spPr>
        <p:txBody>
          <a:bodyPr>
            <a:normAutofit/>
          </a:bodyPr>
          <a:lstStyle/>
          <a:p>
            <a:r>
              <a:rPr lang="nb-NO" sz="2800" dirty="0">
                <a:solidFill>
                  <a:srgbClr val="FFFFFF"/>
                </a:solidFill>
              </a:rPr>
              <a:t>Minioppgave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464" y="1318846"/>
            <a:ext cx="5780585" cy="2549769"/>
          </a:xfrm>
        </p:spPr>
        <p:txBody>
          <a:bodyPr>
            <a:normAutofit/>
          </a:bodyPr>
          <a:lstStyle/>
          <a:p>
            <a:r>
              <a:rPr lang="nb-NO" b="1" dirty="0">
                <a:solidFill>
                  <a:srgbClr val="FFFFFF"/>
                </a:solidFill>
              </a:rPr>
              <a:t> Beskriv én oppgave du gjør ofte – som kan automatiseres</a:t>
            </a:r>
          </a:p>
          <a:p>
            <a:r>
              <a:rPr lang="nb-NO" b="1" dirty="0">
                <a:solidFill>
                  <a:srgbClr val="FFFFFF"/>
                </a:solidFill>
              </a:rPr>
              <a:t> Søk etter en løsning med </a:t>
            </a:r>
            <a:r>
              <a:rPr lang="nb-NO" b="1" dirty="0" err="1">
                <a:solidFill>
                  <a:srgbClr val="FFFFFF"/>
                </a:solidFill>
              </a:rPr>
              <a:t>Zapier</a:t>
            </a:r>
            <a:r>
              <a:rPr lang="nb-NO" b="1" dirty="0">
                <a:solidFill>
                  <a:srgbClr val="FFFFFF"/>
                </a:solidFill>
              </a:rPr>
              <a:t> eller Power </a:t>
            </a:r>
            <a:r>
              <a:rPr lang="nb-NO" b="1" dirty="0" err="1">
                <a:solidFill>
                  <a:srgbClr val="FFFFFF"/>
                </a:solidFill>
              </a:rPr>
              <a:t>Automate</a:t>
            </a:r>
            <a:endParaRPr lang="nb-NO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🔁 Eksempel: Automatiser e-post-vedlegg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rPr dirty="0"/>
              <a:t>🟡 Prompt </a:t>
            </a:r>
            <a:r>
              <a:rPr dirty="0" err="1"/>
              <a:t>skrevet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ChatGPT:</a:t>
            </a:r>
            <a:br>
              <a:rPr dirty="0"/>
            </a:br>
            <a:r>
              <a:rPr dirty="0" err="1"/>
              <a:t>Når</a:t>
            </a:r>
            <a:r>
              <a:rPr dirty="0"/>
              <a:t> </a:t>
            </a:r>
            <a:r>
              <a:rPr dirty="0" err="1"/>
              <a:t>jeg</a:t>
            </a:r>
            <a:r>
              <a:rPr dirty="0"/>
              <a:t> </a:t>
            </a:r>
            <a:r>
              <a:rPr dirty="0" err="1"/>
              <a:t>får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e-post med </a:t>
            </a:r>
            <a:r>
              <a:rPr dirty="0" err="1"/>
              <a:t>vedlegg</a:t>
            </a:r>
            <a:r>
              <a:rPr dirty="0"/>
              <a:t>, </a:t>
            </a:r>
            <a:r>
              <a:rPr dirty="0" err="1"/>
              <a:t>legg</a:t>
            </a:r>
            <a:r>
              <a:rPr dirty="0"/>
              <a:t> det </a:t>
            </a:r>
            <a:r>
              <a:rPr dirty="0" err="1"/>
              <a:t>automatisk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Google Drive.</a:t>
            </a:r>
          </a:p>
          <a:p>
            <a:pPr marL="0" indent="0">
              <a:buNone/>
            </a:pPr>
            <a:br>
              <a:rPr dirty="0"/>
            </a:br>
            <a:r>
              <a:rPr dirty="0"/>
              <a:t>🔵 Svar </a:t>
            </a:r>
            <a:r>
              <a:rPr dirty="0" err="1"/>
              <a:t>fra</a:t>
            </a:r>
            <a:r>
              <a:rPr dirty="0"/>
              <a:t> AI:</a:t>
            </a:r>
          </a:p>
          <a:p>
            <a:pPr lvl="1">
              <a:defRPr sz="1600"/>
            </a:pPr>
            <a:r>
              <a:rPr dirty="0"/>
              <a:t>1. Trigger: Ny e-post </a:t>
            </a:r>
            <a:r>
              <a:rPr dirty="0" err="1"/>
              <a:t>i</a:t>
            </a:r>
            <a:r>
              <a:rPr dirty="0"/>
              <a:t> Gmail med </a:t>
            </a:r>
            <a:r>
              <a:rPr dirty="0" err="1"/>
              <a:t>vedlegg</a:t>
            </a:r>
            <a:endParaRPr dirty="0"/>
          </a:p>
          <a:p>
            <a:pPr lvl="1">
              <a:defRPr sz="1600"/>
            </a:pPr>
            <a:r>
              <a:rPr dirty="0"/>
              <a:t>2. Handling: </a:t>
            </a:r>
            <a:r>
              <a:rPr dirty="0" err="1"/>
              <a:t>Lagre</a:t>
            </a:r>
            <a:r>
              <a:rPr dirty="0"/>
              <a:t> fil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valgt</a:t>
            </a:r>
            <a:r>
              <a:rPr dirty="0"/>
              <a:t> </a:t>
            </a:r>
            <a:r>
              <a:rPr dirty="0" err="1"/>
              <a:t>mappe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Google Drive</a:t>
            </a:r>
          </a:p>
          <a:p>
            <a:pPr lvl="1">
              <a:defRPr sz="1600"/>
            </a:pPr>
            <a:r>
              <a:rPr dirty="0"/>
              <a:t>3. Verktøy: Zapier </a:t>
            </a:r>
            <a:r>
              <a:rPr dirty="0" err="1"/>
              <a:t>eller</a:t>
            </a:r>
            <a:r>
              <a:rPr dirty="0"/>
              <a:t> Power Automate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📩 Eksempel: Oppfølgingsflyt for skjema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rPr dirty="0"/>
              <a:t>🟡 Prompt </a:t>
            </a:r>
            <a:r>
              <a:rPr dirty="0" err="1"/>
              <a:t>skrevet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ChatGPT:</a:t>
            </a:r>
            <a:br>
              <a:rPr dirty="0"/>
            </a:br>
            <a:r>
              <a:rPr dirty="0" err="1"/>
              <a:t>Når</a:t>
            </a:r>
            <a:r>
              <a:rPr dirty="0"/>
              <a:t> </a:t>
            </a:r>
            <a:r>
              <a:rPr dirty="0" err="1"/>
              <a:t>noen</a:t>
            </a:r>
            <a:r>
              <a:rPr dirty="0"/>
              <a:t> </a:t>
            </a:r>
            <a:r>
              <a:rPr dirty="0" err="1"/>
              <a:t>fyller</a:t>
            </a:r>
            <a:r>
              <a:rPr dirty="0"/>
              <a:t> </a:t>
            </a:r>
            <a:r>
              <a:rPr dirty="0" err="1"/>
              <a:t>ut</a:t>
            </a:r>
            <a:r>
              <a:rPr dirty="0"/>
              <a:t> et </a:t>
            </a:r>
            <a:r>
              <a:rPr dirty="0" err="1"/>
              <a:t>kontaktskjema</a:t>
            </a:r>
            <a:r>
              <a:rPr dirty="0"/>
              <a:t>, send </a:t>
            </a:r>
            <a:r>
              <a:rPr dirty="0" err="1"/>
              <a:t>takkemail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legg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info </a:t>
            </a:r>
            <a:r>
              <a:rPr dirty="0" err="1"/>
              <a:t>i</a:t>
            </a:r>
            <a:r>
              <a:rPr dirty="0"/>
              <a:t> CRM.</a:t>
            </a:r>
          </a:p>
          <a:p>
            <a:pPr marL="0" indent="0">
              <a:buNone/>
            </a:pPr>
            <a:br>
              <a:rPr dirty="0"/>
            </a:br>
            <a:r>
              <a:rPr dirty="0"/>
              <a:t>🔵 Svar </a:t>
            </a:r>
            <a:r>
              <a:rPr dirty="0" err="1"/>
              <a:t>fra</a:t>
            </a:r>
            <a:r>
              <a:rPr dirty="0"/>
              <a:t> AI:</a:t>
            </a:r>
          </a:p>
          <a:p>
            <a:pPr lvl="1">
              <a:defRPr sz="1600"/>
            </a:pPr>
            <a:r>
              <a:rPr dirty="0"/>
              <a:t>1. Trigger: Ny </a:t>
            </a:r>
            <a:r>
              <a:rPr dirty="0" err="1"/>
              <a:t>innsending</a:t>
            </a:r>
            <a:r>
              <a:rPr dirty="0"/>
              <a:t> via </a:t>
            </a:r>
            <a:r>
              <a:rPr dirty="0" err="1"/>
              <a:t>Typeform</a:t>
            </a:r>
            <a:r>
              <a:rPr dirty="0"/>
              <a:t> </a:t>
            </a:r>
            <a:r>
              <a:rPr dirty="0" err="1"/>
              <a:t>eller</a:t>
            </a:r>
            <a:r>
              <a:rPr dirty="0"/>
              <a:t> Google Forms</a:t>
            </a:r>
          </a:p>
          <a:p>
            <a:pPr lvl="1">
              <a:defRPr sz="1600"/>
            </a:pPr>
            <a:r>
              <a:rPr dirty="0"/>
              <a:t>2. Handling: Send </a:t>
            </a:r>
            <a:r>
              <a:rPr dirty="0" err="1"/>
              <a:t>personlig</a:t>
            </a:r>
            <a:r>
              <a:rPr dirty="0"/>
              <a:t> e-post + </a:t>
            </a:r>
            <a:r>
              <a:rPr dirty="0" err="1"/>
              <a:t>legg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rad </a:t>
            </a:r>
            <a:r>
              <a:rPr dirty="0" err="1"/>
              <a:t>i</a:t>
            </a:r>
            <a:r>
              <a:rPr dirty="0"/>
              <a:t> CRM (</a:t>
            </a:r>
            <a:r>
              <a:rPr dirty="0" err="1"/>
              <a:t>f.eks</a:t>
            </a:r>
            <a:r>
              <a:rPr dirty="0"/>
              <a:t>. </a:t>
            </a:r>
            <a:r>
              <a:rPr dirty="0" err="1"/>
              <a:t>Airtable</a:t>
            </a:r>
            <a:r>
              <a:rPr dirty="0"/>
              <a:t>)</a:t>
            </a:r>
          </a:p>
          <a:p>
            <a:pPr lvl="1">
              <a:defRPr sz="1600"/>
            </a:pPr>
            <a:r>
              <a:rPr dirty="0"/>
              <a:t>3. Verktøy: Make.com </a:t>
            </a:r>
            <a:r>
              <a:rPr dirty="0" err="1"/>
              <a:t>eller</a:t>
            </a:r>
            <a:r>
              <a:rPr dirty="0"/>
              <a:t> Zapier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8129" y="623572"/>
            <a:ext cx="7695743" cy="3523885"/>
          </a:xfrm>
        </p:spPr>
        <p:txBody>
          <a:bodyPr>
            <a:normAutofit/>
          </a:bodyPr>
          <a:lstStyle/>
          <a:p>
            <a:pPr algn="ctr"/>
            <a:r>
              <a:rPr lang="nb-NO" sz="7000">
                <a:solidFill>
                  <a:srgbClr val="FFFFFF"/>
                </a:solidFill>
              </a:rPr>
              <a:t>Modul 6 – Etisk og trygg bruk av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8129" y="4777381"/>
            <a:ext cx="7695743" cy="1209763"/>
          </a:xfrm>
        </p:spPr>
        <p:txBody>
          <a:bodyPr>
            <a:normAutofit/>
          </a:bodyPr>
          <a:lstStyle/>
          <a:p>
            <a:pPr algn="ctr"/>
            <a:r>
              <a:rPr lang="nb-NO">
                <a:solidFill>
                  <a:schemeClr val="tx1"/>
                </a:solidFill>
              </a:rPr>
              <a:t>Kurs: AI i arbeidslivet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Når bør du ikke bruke AI?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89608E3-ECD4-07BC-3F2B-F2D9860112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51700" y="2052926"/>
          <a:ext cx="6711654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536" y="689317"/>
            <a:ext cx="3395826" cy="5330483"/>
          </a:xfrm>
        </p:spPr>
        <p:txBody>
          <a:bodyPr anchor="ctr">
            <a:normAutofit/>
          </a:bodyPr>
          <a:lstStyle/>
          <a:p>
            <a:r>
              <a:rPr lang="nb-NO" sz="2800" dirty="0">
                <a:solidFill>
                  <a:srgbClr val="F2F2F2"/>
                </a:solidFill>
              </a:rPr>
              <a:t>Hva skjer med informasjon du legger inn?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BC899C-3854-C0FE-053B-7C972DE34AD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10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672" y="647114"/>
            <a:ext cx="3367690" cy="3573194"/>
          </a:xfrm>
        </p:spPr>
        <p:txBody>
          <a:bodyPr anchor="ctr">
            <a:normAutofit/>
          </a:bodyPr>
          <a:lstStyle/>
          <a:p>
            <a:r>
              <a:rPr lang="nb-NO" sz="2800" dirty="0">
                <a:solidFill>
                  <a:srgbClr val="F2F2F2"/>
                </a:solidFill>
              </a:rPr>
              <a:t>AI og GDPR – hva må du vite?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C79D3E-76F0-4BB7-C3B2-56D80838715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10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536" y="1139483"/>
            <a:ext cx="3699414" cy="3331339"/>
          </a:xfrm>
        </p:spPr>
        <p:txBody>
          <a:bodyPr>
            <a:normAutofit/>
          </a:bodyPr>
          <a:lstStyle/>
          <a:p>
            <a:pPr algn="r"/>
            <a:r>
              <a:rPr lang="nb-NO" sz="3300" dirty="0">
                <a:solidFill>
                  <a:srgbClr val="FFFFFF"/>
                </a:solidFill>
              </a:rPr>
              <a:t>Etiske vurderinger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7081" y="1645921"/>
            <a:ext cx="4439628" cy="4470821"/>
          </a:xfrm>
        </p:spPr>
        <p:txBody>
          <a:bodyPr>
            <a:normAutofit/>
          </a:bodyPr>
          <a:lstStyle/>
          <a:p>
            <a:r>
              <a:t>• Hvordan påvirker bruken av AI kollegaer eller kunder?</a:t>
            </a:r>
          </a:p>
          <a:p>
            <a:r>
              <a:t>• Er det rettferdig, inkluderende og transparent?</a:t>
            </a:r>
          </a:p>
          <a:p>
            <a:r>
              <a:t>• Reflekter før du automatiserer sensitive prosesser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16" y="970671"/>
            <a:ext cx="3502466" cy="3275068"/>
          </a:xfrm>
        </p:spPr>
        <p:txBody>
          <a:bodyPr>
            <a:normAutofit/>
          </a:bodyPr>
          <a:lstStyle/>
          <a:p>
            <a:pPr algn="r"/>
            <a:r>
              <a:rPr lang="nb-NO" sz="2300" dirty="0">
                <a:solidFill>
                  <a:srgbClr val="FFFFFF"/>
                </a:solidFill>
              </a:rPr>
              <a:t>Oppsummering og avslutning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7081" y="1645921"/>
            <a:ext cx="4439628" cy="4470821"/>
          </a:xfrm>
        </p:spPr>
        <p:txBody>
          <a:bodyPr>
            <a:normAutofit/>
          </a:bodyPr>
          <a:lstStyle/>
          <a:p>
            <a:r>
              <a:rPr dirty="0"/>
              <a:t> Bruk AI med </a:t>
            </a:r>
            <a:r>
              <a:rPr dirty="0" err="1"/>
              <a:t>klokskap</a:t>
            </a:r>
            <a:r>
              <a:rPr dirty="0"/>
              <a:t> – det er et </a:t>
            </a:r>
            <a:r>
              <a:rPr dirty="0" err="1"/>
              <a:t>verktøy</a:t>
            </a:r>
            <a:r>
              <a:rPr dirty="0"/>
              <a:t>, </a:t>
            </a:r>
            <a:r>
              <a:rPr dirty="0" err="1"/>
              <a:t>ikke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fasit</a:t>
            </a:r>
            <a:endParaRPr dirty="0"/>
          </a:p>
          <a:p>
            <a:r>
              <a:rPr dirty="0"/>
              <a:t> </a:t>
            </a:r>
            <a:r>
              <a:rPr dirty="0" err="1"/>
              <a:t>Vær</a:t>
            </a:r>
            <a:r>
              <a:rPr dirty="0"/>
              <a:t> </a:t>
            </a:r>
            <a:r>
              <a:rPr dirty="0" err="1"/>
              <a:t>nysgjerrig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ansvarlig</a:t>
            </a:r>
            <a:endParaRPr dirty="0"/>
          </a:p>
          <a:p>
            <a:r>
              <a:rPr dirty="0"/>
              <a:t> Neste </a:t>
            </a:r>
            <a:r>
              <a:rPr dirty="0" err="1"/>
              <a:t>steg</a:t>
            </a:r>
            <a:r>
              <a:rPr dirty="0"/>
              <a:t>: test </a:t>
            </a:r>
            <a:r>
              <a:rPr dirty="0" err="1"/>
              <a:t>ut</a:t>
            </a:r>
            <a:r>
              <a:rPr dirty="0"/>
              <a:t> </a:t>
            </a:r>
            <a:r>
              <a:rPr dirty="0" err="1"/>
              <a:t>verktøyene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del </a:t>
            </a:r>
            <a:r>
              <a:rPr dirty="0" err="1"/>
              <a:t>erfaringene</a:t>
            </a:r>
            <a:r>
              <a:rPr dirty="0"/>
              <a:t> dine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Eksempel: Når bør du ikke bruke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rPr dirty="0"/>
              <a:t>🟡 Prompt </a:t>
            </a:r>
            <a:r>
              <a:rPr dirty="0" err="1"/>
              <a:t>skrevet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ChatGPT:</a:t>
            </a:r>
            <a:br>
              <a:rPr dirty="0"/>
            </a:br>
            <a:r>
              <a:rPr dirty="0"/>
              <a:t>Kan </a:t>
            </a:r>
            <a:r>
              <a:rPr dirty="0" err="1"/>
              <a:t>jeg</a:t>
            </a:r>
            <a:r>
              <a:rPr dirty="0"/>
              <a:t> be AI </a:t>
            </a:r>
            <a:r>
              <a:rPr dirty="0" err="1"/>
              <a:t>analysere</a:t>
            </a:r>
            <a:r>
              <a:rPr dirty="0"/>
              <a:t> </a:t>
            </a:r>
            <a:r>
              <a:rPr dirty="0" err="1"/>
              <a:t>medarbeiderundersøkelser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foreslå</a:t>
            </a:r>
            <a:r>
              <a:rPr dirty="0"/>
              <a:t> </a:t>
            </a:r>
            <a:r>
              <a:rPr dirty="0" err="1"/>
              <a:t>tiltak</a:t>
            </a:r>
            <a:r>
              <a:rPr dirty="0"/>
              <a:t>?</a:t>
            </a:r>
          </a:p>
          <a:p>
            <a:pPr marL="0" indent="0">
              <a:buNone/>
            </a:pPr>
            <a:br>
              <a:rPr dirty="0"/>
            </a:br>
            <a:r>
              <a:rPr dirty="0"/>
              <a:t>🔵 Svar </a:t>
            </a:r>
            <a:r>
              <a:rPr dirty="0" err="1"/>
              <a:t>fra</a:t>
            </a:r>
            <a:r>
              <a:rPr dirty="0"/>
              <a:t> AI:</a:t>
            </a:r>
          </a:p>
          <a:p>
            <a:pPr>
              <a:defRPr sz="1600"/>
            </a:pPr>
            <a:r>
              <a:rPr dirty="0" err="1"/>
              <a:t>Unngå</a:t>
            </a:r>
            <a:r>
              <a:rPr dirty="0"/>
              <a:t> å </a:t>
            </a:r>
            <a:r>
              <a:rPr dirty="0" err="1"/>
              <a:t>bruke</a:t>
            </a:r>
            <a:r>
              <a:rPr dirty="0"/>
              <a:t> AI </a:t>
            </a:r>
            <a:r>
              <a:rPr dirty="0" err="1"/>
              <a:t>til</a:t>
            </a:r>
            <a:r>
              <a:rPr dirty="0"/>
              <a:t> å </a:t>
            </a:r>
            <a:r>
              <a:rPr dirty="0" err="1"/>
              <a:t>analysere</a:t>
            </a:r>
            <a:r>
              <a:rPr dirty="0"/>
              <a:t> sensitive </a:t>
            </a:r>
            <a:r>
              <a:rPr dirty="0" err="1"/>
              <a:t>eller</a:t>
            </a:r>
            <a:r>
              <a:rPr dirty="0"/>
              <a:t> </a:t>
            </a:r>
            <a:r>
              <a:rPr dirty="0" err="1"/>
              <a:t>personlige</a:t>
            </a:r>
            <a:r>
              <a:rPr dirty="0"/>
              <a:t> data </a:t>
            </a:r>
            <a:r>
              <a:rPr dirty="0" err="1"/>
              <a:t>uten</a:t>
            </a:r>
            <a:r>
              <a:rPr dirty="0"/>
              <a:t> </a:t>
            </a:r>
            <a:r>
              <a:rPr dirty="0" err="1"/>
              <a:t>samtykke</a:t>
            </a:r>
            <a:r>
              <a:rPr dirty="0"/>
              <a:t>. AI </a:t>
            </a:r>
            <a:r>
              <a:rPr dirty="0" err="1"/>
              <a:t>kan</a:t>
            </a:r>
            <a:r>
              <a:rPr dirty="0"/>
              <a:t> </a:t>
            </a:r>
            <a:r>
              <a:rPr dirty="0" err="1"/>
              <a:t>gi</a:t>
            </a:r>
            <a:r>
              <a:rPr dirty="0"/>
              <a:t> </a:t>
            </a:r>
            <a:r>
              <a:rPr dirty="0" err="1"/>
              <a:t>feil</a:t>
            </a:r>
            <a:r>
              <a:rPr dirty="0"/>
              <a:t> </a:t>
            </a:r>
            <a:r>
              <a:rPr dirty="0" err="1"/>
              <a:t>konklusjoner</a:t>
            </a:r>
            <a:r>
              <a:rPr dirty="0"/>
              <a:t> </a:t>
            </a:r>
            <a:r>
              <a:rPr dirty="0" err="1"/>
              <a:t>uten</a:t>
            </a:r>
            <a:r>
              <a:rPr dirty="0"/>
              <a:t> </a:t>
            </a:r>
            <a:r>
              <a:rPr dirty="0" err="1"/>
              <a:t>kontekst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🔒 Eksempel: GDPR og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🟡 Prompt skrevet i ChatGPT:</a:t>
            </a:r>
            <a:br/>
            <a:r>
              <a:t>Er det trygt å lime inn kundedata i ChatGPT?</a:t>
            </a:r>
          </a:p>
          <a:p>
            <a:br/>
            <a:r>
              <a:t>🔵 Svar fra AI:</a:t>
            </a:r>
          </a:p>
          <a:p>
            <a:pPr>
              <a:defRPr sz="1600"/>
            </a:pPr>
            <a:r>
              <a:t>Nei. Unngå å dele personopplysninger. Bruk heller interne AI-verktøy som er GDPR-sikre.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rets">
  <a:themeElements>
    <a:clrScheme name="Krets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Krets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ret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Krets</Template>
  <TotalTime>19</TotalTime>
  <Words>1781</Words>
  <Application>Microsoft Office PowerPoint</Application>
  <PresentationFormat>Widescreen</PresentationFormat>
  <Paragraphs>200</Paragraphs>
  <Slides>49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49</vt:i4>
      </vt:variant>
    </vt:vector>
  </HeadingPairs>
  <TitlesOfParts>
    <vt:vector size="52" baseType="lpstr">
      <vt:lpstr>Arial</vt:lpstr>
      <vt:lpstr>Tw Cen MT</vt:lpstr>
      <vt:lpstr>Krets</vt:lpstr>
      <vt:lpstr>Modul 1 – Hva kan AI gjøre for deg på jobb?</vt:lpstr>
      <vt:lpstr>Dette lærer du i denne modulen</vt:lpstr>
      <vt:lpstr>Hva er kunstig intelligens (AI)?</vt:lpstr>
      <vt:lpstr>Hva kan AI hjelpe deg med på jobben?</vt:lpstr>
      <vt:lpstr>💼 Eksempel: Bruk AI til å skrive en e-post</vt:lpstr>
      <vt:lpstr>🧠 Eksempel: AI hjelper deg brainstorme</vt:lpstr>
      <vt:lpstr>Fordeler med å bruke AI</vt:lpstr>
      <vt:lpstr>Når bør du – og bør du ikke – bruke AI?</vt:lpstr>
      <vt:lpstr>Her er en oversikt over hva du får i dette kurset</vt:lpstr>
      <vt:lpstr>Modul 2 – AI for skriving og kommunikasjon</vt:lpstr>
      <vt:lpstr>Hva kan AI gjøre for skriving og kommunikasjon?</vt:lpstr>
      <vt:lpstr>Eksempler på AI-bruk i tekst</vt:lpstr>
      <vt:lpstr>Verktøy du kan bruke</vt:lpstr>
      <vt:lpstr>Gode tips for AI-tekstskriving</vt:lpstr>
      <vt:lpstr>Minioppgave</vt:lpstr>
      <vt:lpstr>✉️ Eksempel: AI skriver en e-post</vt:lpstr>
      <vt:lpstr>📝 Eksempel: AI forbedrer tone og stil</vt:lpstr>
      <vt:lpstr>Modul 3 – AI for planlegging og produktivitet</vt:lpstr>
      <vt:lpstr>Hvordan AI kan hjelpe deg å planlegge</vt:lpstr>
      <vt:lpstr>Verktøy for planlegging og produktivitet</vt:lpstr>
      <vt:lpstr>AI som planleggingspartner</vt:lpstr>
      <vt:lpstr>Eksempel på planleggingsprompt</vt:lpstr>
      <vt:lpstr>Minioppgave</vt:lpstr>
      <vt:lpstr>📅 Eksempel: Lag ukeplan med AI</vt:lpstr>
      <vt:lpstr>🧮 Eksempel: Prioriteringsforslag</vt:lpstr>
      <vt:lpstr>Modul 4 – AI for visuelt og kreativt innhold</vt:lpstr>
      <vt:lpstr>Lag visuelt innhold med AI</vt:lpstr>
      <vt:lpstr>Verktøy for visuelt innhold</vt:lpstr>
      <vt:lpstr>Bruke AI i Canva og PowerPoint</vt:lpstr>
      <vt:lpstr>Tips for godt visuelt innhold</vt:lpstr>
      <vt:lpstr>Minioppgave</vt:lpstr>
      <vt:lpstr>🖼️ Eksempel: Generere bilde med AI</vt:lpstr>
      <vt:lpstr>🧑‍🎨 Eksempel: Bruk AI i Canva</vt:lpstr>
      <vt:lpstr>Modul 5 – AI for effektivitet og automatisering</vt:lpstr>
      <vt:lpstr>Hva er AI-basert automatisering?</vt:lpstr>
      <vt:lpstr>Verktøy for automatisering</vt:lpstr>
      <vt:lpstr>Eksempler på arbeidsflyter</vt:lpstr>
      <vt:lpstr>Kom i gang med enkel automatisering</vt:lpstr>
      <vt:lpstr>Minioppgave</vt:lpstr>
      <vt:lpstr>🔁 Eksempel: Automatiser e-post-vedlegg</vt:lpstr>
      <vt:lpstr>📩 Eksempel: Oppfølgingsflyt for skjema</vt:lpstr>
      <vt:lpstr>Modul 6 – Etisk og trygg bruk av AI</vt:lpstr>
      <vt:lpstr>Når bør du ikke bruke AI?</vt:lpstr>
      <vt:lpstr>Hva skjer med informasjon du legger inn?</vt:lpstr>
      <vt:lpstr>AI og GDPR – hva må du vite?</vt:lpstr>
      <vt:lpstr>Etiske vurderinger</vt:lpstr>
      <vt:lpstr>Oppsummering og avslutning</vt:lpstr>
      <vt:lpstr>⚠️ Eksempel: Når bør du ikke bruke AI?</vt:lpstr>
      <vt:lpstr>🔒 Eksempel: GDPR og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Roger Sørqvist</dc:creator>
  <cp:lastModifiedBy>Roger Sørqvist</cp:lastModifiedBy>
  <cp:revision>1</cp:revision>
  <dcterms:created xsi:type="dcterms:W3CDTF">2025-06-29T22:16:45Z</dcterms:created>
  <dcterms:modified xsi:type="dcterms:W3CDTF">2025-06-29T22:35:49Z</dcterms:modified>
</cp:coreProperties>
</file>